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306" r:id="rId2"/>
    <p:sldId id="397" r:id="rId3"/>
    <p:sldId id="521" r:id="rId4"/>
    <p:sldId id="531" r:id="rId5"/>
    <p:sldId id="549" r:id="rId6"/>
    <p:sldId id="532" r:id="rId7"/>
    <p:sldId id="542" r:id="rId8"/>
    <p:sldId id="533" r:id="rId9"/>
    <p:sldId id="539" r:id="rId10"/>
    <p:sldId id="536" r:id="rId11"/>
    <p:sldId id="547" r:id="rId12"/>
    <p:sldId id="551" r:id="rId13"/>
    <p:sldId id="552" r:id="rId14"/>
    <p:sldId id="554" r:id="rId15"/>
    <p:sldId id="564" r:id="rId16"/>
    <p:sldId id="557" r:id="rId17"/>
    <p:sldId id="558" r:id="rId18"/>
    <p:sldId id="559" r:id="rId19"/>
    <p:sldId id="560" r:id="rId20"/>
    <p:sldId id="561" r:id="rId21"/>
    <p:sldId id="550" r:id="rId22"/>
    <p:sldId id="528" r:id="rId23"/>
    <p:sldId id="562" r:id="rId24"/>
    <p:sldId id="540" r:id="rId25"/>
    <p:sldId id="530" r:id="rId26"/>
    <p:sldId id="455" r:id="rId27"/>
    <p:sldId id="541" r:id="rId28"/>
    <p:sldId id="543" r:id="rId29"/>
    <p:sldId id="544" r:id="rId30"/>
    <p:sldId id="480" r:id="rId31"/>
    <p:sldId id="509" r:id="rId32"/>
    <p:sldId id="512" r:id="rId33"/>
    <p:sldId id="513" r:id="rId34"/>
    <p:sldId id="565" r:id="rId35"/>
    <p:sldId id="566" r:id="rId36"/>
    <p:sldId id="514" r:id="rId37"/>
    <p:sldId id="567" r:id="rId38"/>
    <p:sldId id="515" r:id="rId39"/>
    <p:sldId id="517" r:id="rId40"/>
    <p:sldId id="518" r:id="rId41"/>
    <p:sldId id="568" r:id="rId42"/>
    <p:sldId id="569" r:id="rId43"/>
    <p:sldId id="507" r:id="rId44"/>
    <p:sldId id="520" r:id="rId45"/>
    <p:sldId id="570" r:id="rId46"/>
    <p:sldId id="563" r:id="rId47"/>
    <p:sldId id="312" r:id="rId4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91F923-564F-3F43-B34A-832C98ED3AAC}">
          <p14:sldIdLst>
            <p14:sldId id="306"/>
            <p14:sldId id="397"/>
            <p14:sldId id="521"/>
            <p14:sldId id="531"/>
            <p14:sldId id="549"/>
            <p14:sldId id="532"/>
            <p14:sldId id="542"/>
            <p14:sldId id="533"/>
            <p14:sldId id="539"/>
            <p14:sldId id="536"/>
            <p14:sldId id="547"/>
            <p14:sldId id="551"/>
            <p14:sldId id="552"/>
            <p14:sldId id="554"/>
            <p14:sldId id="564"/>
            <p14:sldId id="557"/>
            <p14:sldId id="558"/>
            <p14:sldId id="559"/>
            <p14:sldId id="560"/>
            <p14:sldId id="561"/>
            <p14:sldId id="550"/>
            <p14:sldId id="528"/>
            <p14:sldId id="562"/>
            <p14:sldId id="540"/>
            <p14:sldId id="530"/>
            <p14:sldId id="455"/>
            <p14:sldId id="541"/>
            <p14:sldId id="543"/>
            <p14:sldId id="544"/>
            <p14:sldId id="480"/>
            <p14:sldId id="509"/>
            <p14:sldId id="512"/>
            <p14:sldId id="513"/>
            <p14:sldId id="565"/>
            <p14:sldId id="566"/>
            <p14:sldId id="514"/>
            <p14:sldId id="567"/>
            <p14:sldId id="515"/>
            <p14:sldId id="517"/>
            <p14:sldId id="518"/>
            <p14:sldId id="568"/>
            <p14:sldId id="569"/>
            <p14:sldId id="507"/>
            <p14:sldId id="520"/>
            <p14:sldId id="570"/>
            <p14:sldId id="563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5D"/>
    <a:srgbClr val="5484A7"/>
    <a:srgbClr val="B1DEF0"/>
    <a:srgbClr val="92D050"/>
    <a:srgbClr val="1074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43694-B855-7644-90E0-0D837393640F}" v="2" dt="2025-06-22T01:45:51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 snapToGrid="0">
      <p:cViewPr varScale="1">
        <p:scale>
          <a:sx n="134" d="100"/>
          <a:sy n="134" d="100"/>
        </p:scale>
        <p:origin x="90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 Conti" userId="S::christian.conti@polito.it::d9d3ad1e-8619-44cb-b5df-56d9ee9af6dd" providerId="AD" clId="Web-{4FC21520-D8CF-98E4-5641-BF492E6C1050}"/>
    <pc:docChg chg="modSld">
      <pc:chgData name="Christian  Conti" userId="S::christian.conti@polito.it::d9d3ad1e-8619-44cb-b5df-56d9ee9af6dd" providerId="AD" clId="Web-{4FC21520-D8CF-98E4-5641-BF492E6C1050}" dt="2025-01-27T14:43:49.505" v="6" actId="20577"/>
      <pc:docMkLst>
        <pc:docMk/>
      </pc:docMkLst>
      <pc:sldChg chg="modSp">
        <pc:chgData name="Christian  Conti" userId="S::christian.conti@polito.it::d9d3ad1e-8619-44cb-b5df-56d9ee9af6dd" providerId="AD" clId="Web-{4FC21520-D8CF-98E4-5641-BF492E6C1050}" dt="2025-01-27T14:09:35.018" v="4" actId="1076"/>
        <pc:sldMkLst>
          <pc:docMk/>
          <pc:sldMk cId="646198751" sldId="517"/>
        </pc:sldMkLst>
      </pc:sldChg>
      <pc:sldChg chg="modSp">
        <pc:chgData name="Christian  Conti" userId="S::christian.conti@polito.it::d9d3ad1e-8619-44cb-b5df-56d9ee9af6dd" providerId="AD" clId="Web-{4FC21520-D8CF-98E4-5641-BF492E6C1050}" dt="2025-01-27T14:43:49.505" v="6" actId="20577"/>
        <pc:sldMkLst>
          <pc:docMk/>
          <pc:sldMk cId="1829869190" sldId="518"/>
        </pc:sldMkLst>
      </pc:sldChg>
    </pc:docChg>
  </pc:docChgLst>
  <pc:docChgLst>
    <pc:chgData name="Fabrizio Ferrandi" userId="f9df4cb0-0e27-47ec-bff9-7f5b2a5a0289" providerId="ADAL" clId="{47A2495A-6200-4CA5-9325-4BB3C14CB95A}"/>
    <pc:docChg chg="custSel addSld delSld modSld modMainMaster modSection">
      <pc:chgData name="Fabrizio Ferrandi" userId="f9df4cb0-0e27-47ec-bff9-7f5b2a5a0289" providerId="ADAL" clId="{47A2495A-6200-4CA5-9325-4BB3C14CB95A}" dt="2025-01-31T10:00:23.168" v="175" actId="47"/>
      <pc:docMkLst>
        <pc:docMk/>
      </pc:docMkLst>
      <pc:sldChg chg="modSp mod">
        <pc:chgData name="Fabrizio Ferrandi" userId="f9df4cb0-0e27-47ec-bff9-7f5b2a5a0289" providerId="ADAL" clId="{47A2495A-6200-4CA5-9325-4BB3C14CB95A}" dt="2025-01-30T17:26:08.338" v="68" actId="20577"/>
        <pc:sldMkLst>
          <pc:docMk/>
          <pc:sldMk cId="2522339046" sldId="509"/>
        </pc:sldMkLst>
      </pc:sldChg>
      <pc:sldChg chg="addSp modSp new mod">
        <pc:chgData name="Fabrizio Ferrandi" userId="f9df4cb0-0e27-47ec-bff9-7f5b2a5a0289" providerId="ADAL" clId="{47A2495A-6200-4CA5-9325-4BB3C14CB95A}" dt="2025-01-31T09:55:21.041" v="149" actId="20577"/>
        <pc:sldMkLst>
          <pc:docMk/>
          <pc:sldMk cId="389416612" sldId="563"/>
        </pc:sldMkLst>
      </pc:sldChg>
      <pc:sldChg chg="addSp delSp modSp new del mod">
        <pc:chgData name="Fabrizio Ferrandi" userId="f9df4cb0-0e27-47ec-bff9-7f5b2a5a0289" providerId="ADAL" clId="{47A2495A-6200-4CA5-9325-4BB3C14CB95A}" dt="2025-01-31T10:00:23.168" v="175" actId="47"/>
        <pc:sldMkLst>
          <pc:docMk/>
          <pc:sldMk cId="3982078259" sldId="564"/>
        </pc:sldMkLst>
      </pc:sldChg>
      <pc:sldMasterChg chg="modSldLayout">
        <pc:chgData name="Fabrizio Ferrandi" userId="f9df4cb0-0e27-47ec-bff9-7f5b2a5a0289" providerId="ADAL" clId="{47A2495A-6200-4CA5-9325-4BB3C14CB95A}" dt="2025-01-30T05:59:58.425" v="34" actId="478"/>
        <pc:sldMasterMkLst>
          <pc:docMk/>
          <pc:sldMasterMk cId="0" sldId="2147483648"/>
        </pc:sldMasterMkLst>
        <pc:sldLayoutChg chg="addSp modSp mod">
          <pc:chgData name="Fabrizio Ferrandi" userId="f9df4cb0-0e27-47ec-bff9-7f5b2a5a0289" providerId="ADAL" clId="{47A2495A-6200-4CA5-9325-4BB3C14CB95A}" dt="2025-01-30T05:59:41.206" v="30" actId="1038"/>
          <pc:sldLayoutMkLst>
            <pc:docMk/>
            <pc:sldMasterMk cId="0" sldId="2147483648"/>
            <pc:sldLayoutMk cId="0" sldId="2147483649"/>
          </pc:sldLayoutMkLst>
        </pc:sldLayoutChg>
        <pc:sldLayoutChg chg="delSp modSp mod">
          <pc:chgData name="Fabrizio Ferrandi" userId="f9df4cb0-0e27-47ec-bff9-7f5b2a5a0289" providerId="ADAL" clId="{47A2495A-6200-4CA5-9325-4BB3C14CB95A}" dt="2025-01-30T05:59:58.425" v="34" actId="478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Fabrizio Ferrandi" userId="f9df4cb0-0e27-47ec-bff9-7f5b2a5a0289" providerId="ADAL" clId="{B6FE8CBA-5B99-442F-8B9A-BA4D5BBE53B2}"/>
    <pc:docChg chg="undo custSel addSld delSld modSld modSection">
      <pc:chgData name="Fabrizio Ferrandi" userId="f9df4cb0-0e27-47ec-bff9-7f5b2a5a0289" providerId="ADAL" clId="{B6FE8CBA-5B99-442F-8B9A-BA4D5BBE53B2}" dt="2025-06-20T14:43:53.905" v="781"/>
      <pc:docMkLst>
        <pc:docMk/>
      </pc:docMkLst>
      <pc:sldChg chg="addSp modSp">
        <pc:chgData name="Fabrizio Ferrandi" userId="f9df4cb0-0e27-47ec-bff9-7f5b2a5a0289" providerId="ADAL" clId="{B6FE8CBA-5B99-442F-8B9A-BA4D5BBE53B2}" dt="2025-06-20T14:43:53.905" v="781"/>
        <pc:sldMkLst>
          <pc:docMk/>
          <pc:sldMk cId="474371491" sldId="306"/>
        </pc:sldMkLst>
        <pc:spChg chg="add mod">
          <ac:chgData name="Fabrizio Ferrandi" userId="f9df4cb0-0e27-47ec-bff9-7f5b2a5a0289" providerId="ADAL" clId="{B6FE8CBA-5B99-442F-8B9A-BA4D5BBE53B2}" dt="2025-06-20T14:43:53.905" v="781"/>
          <ac:spMkLst>
            <pc:docMk/>
            <pc:sldMk cId="474371491" sldId="306"/>
            <ac:spMk id="2" creationId="{1651490D-D6F4-1BA9-8631-3C7FF4D3B141}"/>
          </ac:spMkLst>
        </pc:spChg>
      </pc:sldChg>
      <pc:sldChg chg="add">
        <pc:chgData name="Fabrizio Ferrandi" userId="f9df4cb0-0e27-47ec-bff9-7f5b2a5a0289" providerId="ADAL" clId="{B6FE8CBA-5B99-442F-8B9A-BA4D5BBE53B2}" dt="2025-06-20T14:42:12.828" v="780"/>
        <pc:sldMkLst>
          <pc:docMk/>
          <pc:sldMk cId="3414173897" sldId="312"/>
        </pc:sldMkLst>
      </pc:sldChg>
      <pc:sldChg chg="delSp modSp add mod">
        <pc:chgData name="Fabrizio Ferrandi" userId="f9df4cb0-0e27-47ec-bff9-7f5b2a5a0289" providerId="ADAL" clId="{B6FE8CBA-5B99-442F-8B9A-BA4D5BBE53B2}" dt="2025-06-20T13:44:39.789" v="568" actId="20577"/>
        <pc:sldMkLst>
          <pc:docMk/>
          <pc:sldMk cId="2190449072" sldId="507"/>
        </pc:sldMkLst>
        <pc:spChg chg="mod">
          <ac:chgData name="Fabrizio Ferrandi" userId="f9df4cb0-0e27-47ec-bff9-7f5b2a5a0289" providerId="ADAL" clId="{B6FE8CBA-5B99-442F-8B9A-BA4D5BBE53B2}" dt="2025-06-20T13:44:39.789" v="568" actId="20577"/>
          <ac:spMkLst>
            <pc:docMk/>
            <pc:sldMk cId="2190449072" sldId="507"/>
            <ac:spMk id="16" creationId="{5D9BE21B-3E94-C924-D206-236B9B48627B}"/>
          </ac:spMkLst>
        </pc:spChg>
      </pc:sldChg>
      <pc:sldChg chg="del mod modShow">
        <pc:chgData name="Fabrizio Ferrandi" userId="f9df4cb0-0e27-47ec-bff9-7f5b2a5a0289" providerId="ADAL" clId="{B6FE8CBA-5B99-442F-8B9A-BA4D5BBE53B2}" dt="2025-06-20T14:15:44.159" v="778" actId="47"/>
        <pc:sldMkLst>
          <pc:docMk/>
          <pc:sldMk cId="3799881912" sldId="510"/>
        </pc:sldMkLst>
      </pc:sldChg>
      <pc:sldChg chg="del mod modShow">
        <pc:chgData name="Fabrizio Ferrandi" userId="f9df4cb0-0e27-47ec-bff9-7f5b2a5a0289" providerId="ADAL" clId="{B6FE8CBA-5B99-442F-8B9A-BA4D5BBE53B2}" dt="2025-06-20T14:15:48.179" v="779" actId="47"/>
        <pc:sldMkLst>
          <pc:docMk/>
          <pc:sldMk cId="3166550125" sldId="511"/>
        </pc:sldMkLst>
      </pc:sldChg>
      <pc:sldChg chg="addSp delSp modSp mod">
        <pc:chgData name="Fabrizio Ferrandi" userId="f9df4cb0-0e27-47ec-bff9-7f5b2a5a0289" providerId="ADAL" clId="{B6FE8CBA-5B99-442F-8B9A-BA4D5BBE53B2}" dt="2025-06-20T09:45:58.160" v="10" actId="1076"/>
        <pc:sldMkLst>
          <pc:docMk/>
          <pc:sldMk cId="4032791595" sldId="512"/>
        </pc:sldMkLst>
        <pc:picChg chg="add mod">
          <ac:chgData name="Fabrizio Ferrandi" userId="f9df4cb0-0e27-47ec-bff9-7f5b2a5a0289" providerId="ADAL" clId="{B6FE8CBA-5B99-442F-8B9A-BA4D5BBE53B2}" dt="2025-06-20T09:45:58.160" v="10" actId="1076"/>
          <ac:picMkLst>
            <pc:docMk/>
            <pc:sldMk cId="4032791595" sldId="512"/>
            <ac:picMk id="5" creationId="{30A81657-2F87-3DE0-D3E6-31C040C9D9A8}"/>
          </ac:picMkLst>
        </pc:picChg>
      </pc:sldChg>
      <pc:sldChg chg="modSp mod">
        <pc:chgData name="Fabrizio Ferrandi" userId="f9df4cb0-0e27-47ec-bff9-7f5b2a5a0289" providerId="ADAL" clId="{B6FE8CBA-5B99-442F-8B9A-BA4D5BBE53B2}" dt="2025-06-20T12:27:28.177" v="131" actId="14100"/>
        <pc:sldMkLst>
          <pc:docMk/>
          <pc:sldMk cId="1814919011" sldId="513"/>
        </pc:sldMkLst>
        <pc:spChg chg="mod">
          <ac:chgData name="Fabrizio Ferrandi" userId="f9df4cb0-0e27-47ec-bff9-7f5b2a5a0289" providerId="ADAL" clId="{B6FE8CBA-5B99-442F-8B9A-BA4D5BBE53B2}" dt="2025-06-20T12:27:18.270" v="129" actId="14100"/>
          <ac:spMkLst>
            <pc:docMk/>
            <pc:sldMk cId="1814919011" sldId="513"/>
            <ac:spMk id="6" creationId="{236336A2-81F6-E3D2-EBCF-102189C4F5AD}"/>
          </ac:spMkLst>
        </pc:spChg>
        <pc:spChg chg="mod">
          <ac:chgData name="Fabrizio Ferrandi" userId="f9df4cb0-0e27-47ec-bff9-7f5b2a5a0289" providerId="ADAL" clId="{B6FE8CBA-5B99-442F-8B9A-BA4D5BBE53B2}" dt="2025-06-20T12:27:28.177" v="131" actId="14100"/>
          <ac:spMkLst>
            <pc:docMk/>
            <pc:sldMk cId="1814919011" sldId="513"/>
            <ac:spMk id="8" creationId="{A71BEEFC-B080-533E-9C58-D66047031340}"/>
          </ac:spMkLst>
        </pc:spChg>
        <pc:spChg chg="mod">
          <ac:chgData name="Fabrizio Ferrandi" userId="f9df4cb0-0e27-47ec-bff9-7f5b2a5a0289" providerId="ADAL" clId="{B6FE8CBA-5B99-442F-8B9A-BA4D5BBE53B2}" dt="2025-06-20T12:27:10.243" v="128" actId="14100"/>
          <ac:spMkLst>
            <pc:docMk/>
            <pc:sldMk cId="1814919011" sldId="513"/>
            <ac:spMk id="11" creationId="{89055855-5A87-E99C-F32C-93EC5926A494}"/>
          </ac:spMkLst>
        </pc:spChg>
      </pc:sldChg>
      <pc:sldChg chg="modSp mod">
        <pc:chgData name="Fabrizio Ferrandi" userId="f9df4cb0-0e27-47ec-bff9-7f5b2a5a0289" providerId="ADAL" clId="{B6FE8CBA-5B99-442F-8B9A-BA4D5BBE53B2}" dt="2025-06-20T12:26:58.314" v="127" actId="14100"/>
        <pc:sldMkLst>
          <pc:docMk/>
          <pc:sldMk cId="489840390" sldId="514"/>
        </pc:sldMkLst>
        <pc:spChg chg="mod">
          <ac:chgData name="Fabrizio Ferrandi" userId="f9df4cb0-0e27-47ec-bff9-7f5b2a5a0289" providerId="ADAL" clId="{B6FE8CBA-5B99-442F-8B9A-BA4D5BBE53B2}" dt="2025-06-20T12:26:58.314" v="127" actId="14100"/>
          <ac:spMkLst>
            <pc:docMk/>
            <pc:sldMk cId="489840390" sldId="514"/>
            <ac:spMk id="15" creationId="{7DDAB5A7-7DD9-4E8D-1384-6E1FCDCCDCD1}"/>
          </ac:spMkLst>
        </pc:spChg>
      </pc:sldChg>
      <pc:sldChg chg="del">
        <pc:chgData name="Fabrizio Ferrandi" userId="f9df4cb0-0e27-47ec-bff9-7f5b2a5a0289" providerId="ADAL" clId="{B6FE8CBA-5B99-442F-8B9A-BA4D5BBE53B2}" dt="2025-06-20T12:41:46.224" v="142" actId="47"/>
        <pc:sldMkLst>
          <pc:docMk/>
          <pc:sldMk cId="2682334871" sldId="516"/>
        </pc:sldMkLst>
      </pc:sldChg>
      <pc:sldChg chg="addSp delSp modSp mod">
        <pc:chgData name="Fabrizio Ferrandi" userId="f9df4cb0-0e27-47ec-bff9-7f5b2a5a0289" providerId="ADAL" clId="{B6FE8CBA-5B99-442F-8B9A-BA4D5BBE53B2}" dt="2025-06-20T13:17:26.420" v="310" actId="166"/>
        <pc:sldMkLst>
          <pc:docMk/>
          <pc:sldMk cId="646198751" sldId="517"/>
        </pc:sldMkLst>
        <pc:spChg chg="mod ord">
          <ac:chgData name="Fabrizio Ferrandi" userId="f9df4cb0-0e27-47ec-bff9-7f5b2a5a0289" providerId="ADAL" clId="{B6FE8CBA-5B99-442F-8B9A-BA4D5BBE53B2}" dt="2025-06-20T13:17:26.420" v="310" actId="166"/>
          <ac:spMkLst>
            <pc:docMk/>
            <pc:sldMk cId="646198751" sldId="517"/>
            <ac:spMk id="2" creationId="{363BB396-E0D6-28C4-1C3C-1424A5824F85}"/>
          </ac:spMkLst>
        </pc:spChg>
        <pc:picChg chg="add mod">
          <ac:chgData name="Fabrizio Ferrandi" userId="f9df4cb0-0e27-47ec-bff9-7f5b2a5a0289" providerId="ADAL" clId="{B6FE8CBA-5B99-442F-8B9A-BA4D5BBE53B2}" dt="2025-06-20T13:17:17.207" v="309" actId="1076"/>
          <ac:picMkLst>
            <pc:docMk/>
            <pc:sldMk cId="646198751" sldId="517"/>
            <ac:picMk id="7" creationId="{681D08B5-246D-C435-3109-D8F690E10BD3}"/>
          </ac:picMkLst>
        </pc:picChg>
      </pc:sldChg>
      <pc:sldChg chg="addSp delSp modSp mod">
        <pc:chgData name="Fabrizio Ferrandi" userId="f9df4cb0-0e27-47ec-bff9-7f5b2a5a0289" providerId="ADAL" clId="{B6FE8CBA-5B99-442F-8B9A-BA4D5BBE53B2}" dt="2025-06-20T13:18:31.188" v="319" actId="1076"/>
        <pc:sldMkLst>
          <pc:docMk/>
          <pc:sldMk cId="1829869190" sldId="518"/>
        </pc:sldMkLst>
        <pc:spChg chg="mod topLvl">
          <ac:chgData name="Fabrizio Ferrandi" userId="f9df4cb0-0e27-47ec-bff9-7f5b2a5a0289" providerId="ADAL" clId="{B6FE8CBA-5B99-442F-8B9A-BA4D5BBE53B2}" dt="2025-06-20T13:18:16.930" v="316" actId="14100"/>
          <ac:spMkLst>
            <pc:docMk/>
            <pc:sldMk cId="1829869190" sldId="518"/>
            <ac:spMk id="6" creationId="{16A46504-5FBC-EE04-6093-BB133F7063C5}"/>
          </ac:spMkLst>
        </pc:spChg>
        <pc:spChg chg="mod topLvl">
          <ac:chgData name="Fabrizio Ferrandi" userId="f9df4cb0-0e27-47ec-bff9-7f5b2a5a0289" providerId="ADAL" clId="{B6FE8CBA-5B99-442F-8B9A-BA4D5BBE53B2}" dt="2025-06-20T13:18:31.188" v="319" actId="1076"/>
          <ac:spMkLst>
            <pc:docMk/>
            <pc:sldMk cId="1829869190" sldId="518"/>
            <ac:spMk id="7" creationId="{6975BD49-5AD1-5203-6959-CC96A10FFE93}"/>
          </ac:spMkLst>
        </pc:spChg>
        <pc:spChg chg="mod">
          <ac:chgData name="Fabrizio Ferrandi" userId="f9df4cb0-0e27-47ec-bff9-7f5b2a5a0289" providerId="ADAL" clId="{B6FE8CBA-5B99-442F-8B9A-BA4D5BBE53B2}" dt="2025-06-20T13:18:24.743" v="318" actId="1076"/>
          <ac:spMkLst>
            <pc:docMk/>
            <pc:sldMk cId="1829869190" sldId="518"/>
            <ac:spMk id="9" creationId="{D1874CDD-1FC1-DC6C-1209-89DDB3C1D5B9}"/>
          </ac:spMkLst>
        </pc:spChg>
        <pc:picChg chg="add mod ord">
          <ac:chgData name="Fabrizio Ferrandi" userId="f9df4cb0-0e27-47ec-bff9-7f5b2a5a0289" providerId="ADAL" clId="{B6FE8CBA-5B99-442F-8B9A-BA4D5BBE53B2}" dt="2025-06-20T13:18:22.596" v="317" actId="1076"/>
          <ac:picMkLst>
            <pc:docMk/>
            <pc:sldMk cId="1829869190" sldId="518"/>
            <ac:picMk id="8" creationId="{C4E60BA6-65F9-E234-B49B-CC6A7D44981B}"/>
          </ac:picMkLst>
        </pc:picChg>
      </pc:sldChg>
      <pc:sldChg chg="addSp delSp modSp del mod">
        <pc:chgData name="Fabrizio Ferrandi" userId="f9df4cb0-0e27-47ec-bff9-7f5b2a5a0289" providerId="ADAL" clId="{B6FE8CBA-5B99-442F-8B9A-BA4D5BBE53B2}" dt="2025-06-20T13:23:16.710" v="401" actId="47"/>
        <pc:sldMkLst>
          <pc:docMk/>
          <pc:sldMk cId="2283556975" sldId="519"/>
        </pc:sldMkLst>
      </pc:sldChg>
      <pc:sldChg chg="del">
        <pc:chgData name="Fabrizio Ferrandi" userId="f9df4cb0-0e27-47ec-bff9-7f5b2a5a0289" providerId="ADAL" clId="{B6FE8CBA-5B99-442F-8B9A-BA4D5BBE53B2}" dt="2025-06-18T15:02:18.815" v="1" actId="47"/>
        <pc:sldMkLst>
          <pc:docMk/>
          <pc:sldMk cId="1661545853" sldId="555"/>
        </pc:sldMkLst>
      </pc:sldChg>
      <pc:sldChg chg="del">
        <pc:chgData name="Fabrizio Ferrandi" userId="f9df4cb0-0e27-47ec-bff9-7f5b2a5a0289" providerId="ADAL" clId="{B6FE8CBA-5B99-442F-8B9A-BA4D5BBE53B2}" dt="2025-06-18T15:02:18.815" v="1" actId="47"/>
        <pc:sldMkLst>
          <pc:docMk/>
          <pc:sldMk cId="2950614579" sldId="556"/>
        </pc:sldMkLst>
      </pc:sldChg>
      <pc:sldChg chg="modSp mod">
        <pc:chgData name="Fabrizio Ferrandi" userId="f9df4cb0-0e27-47ec-bff9-7f5b2a5a0289" providerId="ADAL" clId="{B6FE8CBA-5B99-442F-8B9A-BA4D5BBE53B2}" dt="2025-06-20T14:14:38.613" v="775" actId="20577"/>
        <pc:sldMkLst>
          <pc:docMk/>
          <pc:sldMk cId="389416612" sldId="563"/>
        </pc:sldMkLst>
        <pc:spChg chg="mod">
          <ac:chgData name="Fabrizio Ferrandi" userId="f9df4cb0-0e27-47ec-bff9-7f5b2a5a0289" providerId="ADAL" clId="{B6FE8CBA-5B99-442F-8B9A-BA4D5BBE53B2}" dt="2025-06-20T14:14:38.613" v="775" actId="20577"/>
          <ac:spMkLst>
            <pc:docMk/>
            <pc:sldMk cId="389416612" sldId="563"/>
            <ac:spMk id="3" creationId="{C6F4B20D-3374-44BC-5246-F9E69AC85DB0}"/>
          </ac:spMkLst>
        </pc:spChg>
      </pc:sldChg>
      <pc:sldChg chg="add">
        <pc:chgData name="Fabrizio Ferrandi" userId="f9df4cb0-0e27-47ec-bff9-7f5b2a5a0289" providerId="ADAL" clId="{B6FE8CBA-5B99-442F-8B9A-BA4D5BBE53B2}" dt="2025-06-18T15:02:04.861" v="0"/>
        <pc:sldMkLst>
          <pc:docMk/>
          <pc:sldMk cId="3659868295" sldId="564"/>
        </pc:sldMkLst>
      </pc:sldChg>
      <pc:sldChg chg="addSp modSp add mod">
        <pc:chgData name="Fabrizio Ferrandi" userId="f9df4cb0-0e27-47ec-bff9-7f5b2a5a0289" providerId="ADAL" clId="{B6FE8CBA-5B99-442F-8B9A-BA4D5BBE53B2}" dt="2025-06-20T09:49:11.180" v="47" actId="1076"/>
        <pc:sldMkLst>
          <pc:docMk/>
          <pc:sldMk cId="1011487514" sldId="565"/>
        </pc:sldMkLst>
        <pc:spChg chg="mod">
          <ac:chgData name="Fabrizio Ferrandi" userId="f9df4cb0-0e27-47ec-bff9-7f5b2a5a0289" providerId="ADAL" clId="{B6FE8CBA-5B99-442F-8B9A-BA4D5BBE53B2}" dt="2025-06-20T09:48:32.079" v="12" actId="14100"/>
          <ac:spMkLst>
            <pc:docMk/>
            <pc:sldMk cId="1011487514" sldId="565"/>
            <ac:spMk id="2" creationId="{24625B42-272D-E791-7FBE-437F759F55F8}"/>
          </ac:spMkLst>
        </pc:spChg>
        <pc:spChg chg="add mod">
          <ac:chgData name="Fabrizio Ferrandi" userId="f9df4cb0-0e27-47ec-bff9-7f5b2a5a0289" providerId="ADAL" clId="{B6FE8CBA-5B99-442F-8B9A-BA4D5BBE53B2}" dt="2025-06-20T09:49:11.180" v="47" actId="1076"/>
          <ac:spMkLst>
            <pc:docMk/>
            <pc:sldMk cId="1011487514" sldId="565"/>
            <ac:spMk id="3" creationId="{05CD2ED7-D86A-0EEB-5810-EB67EEDAE59D}"/>
          </ac:spMkLst>
        </pc:spChg>
      </pc:sldChg>
      <pc:sldChg chg="addSp delSp modSp add mod">
        <pc:chgData name="Fabrizio Ferrandi" userId="f9df4cb0-0e27-47ec-bff9-7f5b2a5a0289" providerId="ADAL" clId="{B6FE8CBA-5B99-442F-8B9A-BA4D5BBE53B2}" dt="2025-06-20T13:09:50.196" v="196" actId="1076"/>
        <pc:sldMkLst>
          <pc:docMk/>
          <pc:sldMk cId="956874761" sldId="566"/>
        </pc:sldMkLst>
        <pc:spChg chg="mod">
          <ac:chgData name="Fabrizio Ferrandi" userId="f9df4cb0-0e27-47ec-bff9-7f5b2a5a0289" providerId="ADAL" clId="{B6FE8CBA-5B99-442F-8B9A-BA4D5BBE53B2}" dt="2025-06-20T13:06:11.777" v="143" actId="20577"/>
          <ac:spMkLst>
            <pc:docMk/>
            <pc:sldMk cId="956874761" sldId="566"/>
            <ac:spMk id="2" creationId="{DCB69B8A-DE2D-0E78-A9A5-4ECA4F860A0D}"/>
          </ac:spMkLst>
        </pc:spChg>
        <pc:spChg chg="mod topLvl">
          <ac:chgData name="Fabrizio Ferrandi" userId="f9df4cb0-0e27-47ec-bff9-7f5b2a5a0289" providerId="ADAL" clId="{B6FE8CBA-5B99-442F-8B9A-BA4D5BBE53B2}" dt="2025-06-20T13:09:50.196" v="196" actId="1076"/>
          <ac:spMkLst>
            <pc:docMk/>
            <pc:sldMk cId="956874761" sldId="566"/>
            <ac:spMk id="5" creationId="{5E73B1A1-B319-1F0B-84E2-E8206DEB06EB}"/>
          </ac:spMkLst>
        </pc:spChg>
        <pc:spChg chg="mod topLvl">
          <ac:chgData name="Fabrizio Ferrandi" userId="f9df4cb0-0e27-47ec-bff9-7f5b2a5a0289" providerId="ADAL" clId="{B6FE8CBA-5B99-442F-8B9A-BA4D5BBE53B2}" dt="2025-06-20T13:09:41.358" v="194" actId="1076"/>
          <ac:spMkLst>
            <pc:docMk/>
            <pc:sldMk cId="956874761" sldId="566"/>
            <ac:spMk id="6" creationId="{858CD401-B7A9-577A-9FA6-1CF9058685E0}"/>
          </ac:spMkLst>
        </pc:spChg>
        <pc:spChg chg="mod topLvl">
          <ac:chgData name="Fabrizio Ferrandi" userId="f9df4cb0-0e27-47ec-bff9-7f5b2a5a0289" providerId="ADAL" clId="{B6FE8CBA-5B99-442F-8B9A-BA4D5BBE53B2}" dt="2025-06-20T12:25:01.692" v="122" actId="1076"/>
          <ac:spMkLst>
            <pc:docMk/>
            <pc:sldMk cId="956874761" sldId="566"/>
            <ac:spMk id="7" creationId="{ED787576-8C17-9A2C-D134-FF97616DCB01}"/>
          </ac:spMkLst>
        </pc:spChg>
        <pc:spChg chg="mod topLvl">
          <ac:chgData name="Fabrizio Ferrandi" userId="f9df4cb0-0e27-47ec-bff9-7f5b2a5a0289" providerId="ADAL" clId="{B6FE8CBA-5B99-442F-8B9A-BA4D5BBE53B2}" dt="2025-06-20T12:25:13.622" v="124" actId="1076"/>
          <ac:spMkLst>
            <pc:docMk/>
            <pc:sldMk cId="956874761" sldId="566"/>
            <ac:spMk id="8" creationId="{EE59ED37-37CB-980A-A070-37EFF8995DD7}"/>
          </ac:spMkLst>
        </pc:spChg>
        <pc:spChg chg="mod topLvl">
          <ac:chgData name="Fabrizio Ferrandi" userId="f9df4cb0-0e27-47ec-bff9-7f5b2a5a0289" providerId="ADAL" clId="{B6FE8CBA-5B99-442F-8B9A-BA4D5BBE53B2}" dt="2025-06-20T12:23:56.028" v="112" actId="1037"/>
          <ac:spMkLst>
            <pc:docMk/>
            <pc:sldMk cId="956874761" sldId="566"/>
            <ac:spMk id="10" creationId="{673AD25C-477F-DD91-46CC-B93798D45257}"/>
          </ac:spMkLst>
        </pc:spChg>
        <pc:spChg chg="mod topLvl">
          <ac:chgData name="Fabrizio Ferrandi" userId="f9df4cb0-0e27-47ec-bff9-7f5b2a5a0289" providerId="ADAL" clId="{B6FE8CBA-5B99-442F-8B9A-BA4D5BBE53B2}" dt="2025-06-20T12:24:26.929" v="117" actId="14100"/>
          <ac:spMkLst>
            <pc:docMk/>
            <pc:sldMk cId="956874761" sldId="566"/>
            <ac:spMk id="11" creationId="{B06455CA-D429-90C0-A3EB-1B1FFA826FEF}"/>
          </ac:spMkLst>
        </pc:spChg>
        <pc:spChg chg="mod topLvl">
          <ac:chgData name="Fabrizio Ferrandi" userId="f9df4cb0-0e27-47ec-bff9-7f5b2a5a0289" providerId="ADAL" clId="{B6FE8CBA-5B99-442F-8B9A-BA4D5BBE53B2}" dt="2025-06-20T12:25:23.392" v="125" actId="1076"/>
          <ac:spMkLst>
            <pc:docMk/>
            <pc:sldMk cId="956874761" sldId="566"/>
            <ac:spMk id="12" creationId="{D168D78D-94AA-EB8A-DE0F-DFFA9F687B77}"/>
          </ac:spMkLst>
        </pc:spChg>
        <pc:spChg chg="mod topLvl">
          <ac:chgData name="Fabrizio Ferrandi" userId="f9df4cb0-0e27-47ec-bff9-7f5b2a5a0289" providerId="ADAL" clId="{B6FE8CBA-5B99-442F-8B9A-BA4D5BBE53B2}" dt="2025-06-20T12:22:07.738" v="86" actId="165"/>
          <ac:spMkLst>
            <pc:docMk/>
            <pc:sldMk cId="956874761" sldId="566"/>
            <ac:spMk id="16" creationId="{FAF0CBDF-999C-10FA-788B-952496E201C1}"/>
          </ac:spMkLst>
        </pc:spChg>
        <pc:picChg chg="add mod ord">
          <ac:chgData name="Fabrizio Ferrandi" userId="f9df4cb0-0e27-47ec-bff9-7f5b2a5a0289" providerId="ADAL" clId="{B6FE8CBA-5B99-442F-8B9A-BA4D5BBE53B2}" dt="2025-06-20T13:09:46.118" v="195" actId="1076"/>
          <ac:picMkLst>
            <pc:docMk/>
            <pc:sldMk cId="956874761" sldId="566"/>
            <ac:picMk id="18" creationId="{5CDBAC6F-546B-51EA-3F87-851E275C14E0}"/>
          </ac:picMkLst>
        </pc:picChg>
      </pc:sldChg>
      <pc:sldChg chg="addSp delSp modSp new mod">
        <pc:chgData name="Fabrizio Ferrandi" userId="f9df4cb0-0e27-47ec-bff9-7f5b2a5a0289" providerId="ADAL" clId="{B6FE8CBA-5B99-442F-8B9A-BA4D5BBE53B2}" dt="2025-06-20T13:12:17.833" v="265" actId="1036"/>
        <pc:sldMkLst>
          <pc:docMk/>
          <pc:sldMk cId="371627755" sldId="567"/>
        </pc:sldMkLst>
        <pc:spChg chg="mod">
          <ac:chgData name="Fabrizio Ferrandi" userId="f9df4cb0-0e27-47ec-bff9-7f5b2a5a0289" providerId="ADAL" clId="{B6FE8CBA-5B99-442F-8B9A-BA4D5BBE53B2}" dt="2025-06-20T13:07:37.227" v="187" actId="20577"/>
          <ac:spMkLst>
            <pc:docMk/>
            <pc:sldMk cId="371627755" sldId="567"/>
            <ac:spMk id="2" creationId="{2D164DF4-5744-3544-AE08-2C0E9CE8DFFD}"/>
          </ac:spMkLst>
        </pc:spChg>
        <pc:spChg chg="add mod">
          <ac:chgData name="Fabrizio Ferrandi" userId="f9df4cb0-0e27-47ec-bff9-7f5b2a5a0289" providerId="ADAL" clId="{B6FE8CBA-5B99-442F-8B9A-BA4D5BBE53B2}" dt="2025-06-20T13:11:29.554" v="254" actId="20577"/>
          <ac:spMkLst>
            <pc:docMk/>
            <pc:sldMk cId="371627755" sldId="567"/>
            <ac:spMk id="9" creationId="{9D934543-D3F3-EA2E-4E18-2BECA87D9621}"/>
          </ac:spMkLst>
        </pc:spChg>
        <pc:spChg chg="add mod">
          <ac:chgData name="Fabrizio Ferrandi" userId="f9df4cb0-0e27-47ec-bff9-7f5b2a5a0289" providerId="ADAL" clId="{B6FE8CBA-5B99-442F-8B9A-BA4D5BBE53B2}" dt="2025-06-20T13:11:15.737" v="246" actId="1037"/>
          <ac:spMkLst>
            <pc:docMk/>
            <pc:sldMk cId="371627755" sldId="567"/>
            <ac:spMk id="10" creationId="{5CAC0792-BE79-2C36-EDEC-000709E1F1B9}"/>
          </ac:spMkLst>
        </pc:spChg>
        <pc:spChg chg="add mod">
          <ac:chgData name="Fabrizio Ferrandi" userId="f9df4cb0-0e27-47ec-bff9-7f5b2a5a0289" providerId="ADAL" clId="{B6FE8CBA-5B99-442F-8B9A-BA4D5BBE53B2}" dt="2025-06-20T13:11:05.321" v="237"/>
          <ac:spMkLst>
            <pc:docMk/>
            <pc:sldMk cId="371627755" sldId="567"/>
            <ac:spMk id="11" creationId="{731E8C1D-CB2C-C314-FE13-4F24C93237F1}"/>
          </ac:spMkLst>
        </pc:spChg>
        <pc:spChg chg="add mod">
          <ac:chgData name="Fabrizio Ferrandi" userId="f9df4cb0-0e27-47ec-bff9-7f5b2a5a0289" providerId="ADAL" clId="{B6FE8CBA-5B99-442F-8B9A-BA4D5BBE53B2}" dt="2025-06-20T13:12:17.833" v="265" actId="1036"/>
          <ac:spMkLst>
            <pc:docMk/>
            <pc:sldMk cId="371627755" sldId="567"/>
            <ac:spMk id="12" creationId="{8B8CA604-F0CE-CF61-75DD-BCE04FBB31BE}"/>
          </ac:spMkLst>
        </pc:spChg>
        <pc:spChg chg="add mod">
          <ac:chgData name="Fabrizio Ferrandi" userId="f9df4cb0-0e27-47ec-bff9-7f5b2a5a0289" providerId="ADAL" clId="{B6FE8CBA-5B99-442F-8B9A-BA4D5BBE53B2}" dt="2025-06-20T13:12:03.425" v="259" actId="1076"/>
          <ac:spMkLst>
            <pc:docMk/>
            <pc:sldMk cId="371627755" sldId="567"/>
            <ac:spMk id="13" creationId="{3FBC4DB5-A6A2-0185-58C9-7D8DA776ED7A}"/>
          </ac:spMkLst>
        </pc:spChg>
        <pc:picChg chg="add mod">
          <ac:chgData name="Fabrizio Ferrandi" userId="f9df4cb0-0e27-47ec-bff9-7f5b2a5a0289" providerId="ADAL" clId="{B6FE8CBA-5B99-442F-8B9A-BA4D5BBE53B2}" dt="2025-06-20T13:12:03.425" v="259" actId="1076"/>
          <ac:picMkLst>
            <pc:docMk/>
            <pc:sldMk cId="371627755" sldId="567"/>
            <ac:picMk id="7" creationId="{45320CCF-2119-D898-CA23-57B08F89A32B}"/>
          </ac:picMkLst>
        </pc:picChg>
      </pc:sldChg>
      <pc:sldChg chg="addSp modSp add mod">
        <pc:chgData name="Fabrizio Ferrandi" userId="f9df4cb0-0e27-47ec-bff9-7f5b2a5a0289" providerId="ADAL" clId="{B6FE8CBA-5B99-442F-8B9A-BA4D5BBE53B2}" dt="2025-06-20T13:23:12.662" v="400" actId="1038"/>
        <pc:sldMkLst>
          <pc:docMk/>
          <pc:sldMk cId="3543247517" sldId="568"/>
        </pc:sldMkLst>
        <pc:spChg chg="add mod">
          <ac:chgData name="Fabrizio Ferrandi" userId="f9df4cb0-0e27-47ec-bff9-7f5b2a5a0289" providerId="ADAL" clId="{B6FE8CBA-5B99-442F-8B9A-BA4D5BBE53B2}" dt="2025-06-20T13:22:45.636" v="332" actId="1076"/>
          <ac:spMkLst>
            <pc:docMk/>
            <pc:sldMk cId="3543247517" sldId="568"/>
            <ac:spMk id="13" creationId="{4E19D978-5410-840F-6ECE-0309883CAD6E}"/>
          </ac:spMkLst>
        </pc:spChg>
        <pc:spChg chg="add mod">
          <ac:chgData name="Fabrizio Ferrandi" userId="f9df4cb0-0e27-47ec-bff9-7f5b2a5a0289" providerId="ADAL" clId="{B6FE8CBA-5B99-442F-8B9A-BA4D5BBE53B2}" dt="2025-06-20T13:22:50.926" v="333" actId="1076"/>
          <ac:spMkLst>
            <pc:docMk/>
            <pc:sldMk cId="3543247517" sldId="568"/>
            <ac:spMk id="14" creationId="{829C0ED9-51FC-D316-6E0F-FE10AAB32C0A}"/>
          </ac:spMkLst>
        </pc:spChg>
        <pc:spChg chg="add mod">
          <ac:chgData name="Fabrizio Ferrandi" userId="f9df4cb0-0e27-47ec-bff9-7f5b2a5a0289" providerId="ADAL" clId="{B6FE8CBA-5B99-442F-8B9A-BA4D5BBE53B2}" dt="2025-06-20T13:23:12.662" v="400" actId="1038"/>
          <ac:spMkLst>
            <pc:docMk/>
            <pc:sldMk cId="3543247517" sldId="568"/>
            <ac:spMk id="15" creationId="{2F0510B1-4173-1636-B00C-A177E26CE236}"/>
          </ac:spMkLst>
        </pc:spChg>
        <pc:spChg chg="add mod">
          <ac:chgData name="Fabrizio Ferrandi" userId="f9df4cb0-0e27-47ec-bff9-7f5b2a5a0289" providerId="ADAL" clId="{B6FE8CBA-5B99-442F-8B9A-BA4D5BBE53B2}" dt="2025-06-20T13:23:12.662" v="400" actId="1038"/>
          <ac:spMkLst>
            <pc:docMk/>
            <pc:sldMk cId="3543247517" sldId="568"/>
            <ac:spMk id="16" creationId="{38863F8C-D065-4F95-3ADD-60DD07F2F9B9}"/>
          </ac:spMkLst>
        </pc:spChg>
        <pc:picChg chg="add mod">
          <ac:chgData name="Fabrizio Ferrandi" userId="f9df4cb0-0e27-47ec-bff9-7f5b2a5a0289" providerId="ADAL" clId="{B6FE8CBA-5B99-442F-8B9A-BA4D5BBE53B2}" dt="2025-06-20T13:21:56.462" v="325" actId="1076"/>
          <ac:picMkLst>
            <pc:docMk/>
            <pc:sldMk cId="3543247517" sldId="568"/>
            <ac:picMk id="5" creationId="{F2CFC451-157E-9D49-8985-0B5E686B352B}"/>
          </ac:picMkLst>
        </pc:picChg>
      </pc:sldChg>
      <pc:sldChg chg="addSp modSp new mod">
        <pc:chgData name="Fabrizio Ferrandi" userId="f9df4cb0-0e27-47ec-bff9-7f5b2a5a0289" providerId="ADAL" clId="{B6FE8CBA-5B99-442F-8B9A-BA4D5BBE53B2}" dt="2025-06-20T13:33:01.678" v="561" actId="14100"/>
        <pc:sldMkLst>
          <pc:docMk/>
          <pc:sldMk cId="1312410802" sldId="569"/>
        </pc:sldMkLst>
        <pc:spChg chg="mod">
          <ac:chgData name="Fabrizio Ferrandi" userId="f9df4cb0-0e27-47ec-bff9-7f5b2a5a0289" providerId="ADAL" clId="{B6FE8CBA-5B99-442F-8B9A-BA4D5BBE53B2}" dt="2025-06-20T13:25:24.833" v="438" actId="20577"/>
          <ac:spMkLst>
            <pc:docMk/>
            <pc:sldMk cId="1312410802" sldId="569"/>
            <ac:spMk id="2" creationId="{7D329F5C-0B16-AFDC-4D23-B1B68113FD66}"/>
          </ac:spMkLst>
        </pc:spChg>
        <pc:spChg chg="mod">
          <ac:chgData name="Fabrizio Ferrandi" userId="f9df4cb0-0e27-47ec-bff9-7f5b2a5a0289" providerId="ADAL" clId="{B6FE8CBA-5B99-442F-8B9A-BA4D5BBE53B2}" dt="2025-06-20T13:31:15.590" v="535" actId="20577"/>
          <ac:spMkLst>
            <pc:docMk/>
            <pc:sldMk cId="1312410802" sldId="569"/>
            <ac:spMk id="3" creationId="{24502C1D-9480-0AEF-3C68-6D0A4BE0D6A6}"/>
          </ac:spMkLst>
        </pc:spChg>
        <pc:picChg chg="add mod">
          <ac:chgData name="Fabrizio Ferrandi" userId="f9df4cb0-0e27-47ec-bff9-7f5b2a5a0289" providerId="ADAL" clId="{B6FE8CBA-5B99-442F-8B9A-BA4D5BBE53B2}" dt="2025-06-20T13:33:01.678" v="561" actId="14100"/>
          <ac:picMkLst>
            <pc:docMk/>
            <pc:sldMk cId="1312410802" sldId="569"/>
            <ac:picMk id="5" creationId="{28DF7964-DDBB-BB82-35EB-71404FA719CE}"/>
          </ac:picMkLst>
        </pc:picChg>
      </pc:sldChg>
      <pc:sldChg chg="addSp delSp modSp new mod">
        <pc:chgData name="Fabrizio Ferrandi" userId="f9df4cb0-0e27-47ec-bff9-7f5b2a5a0289" providerId="ADAL" clId="{B6FE8CBA-5B99-442F-8B9A-BA4D5BBE53B2}" dt="2025-06-20T14:15:00.104" v="777" actId="20577"/>
        <pc:sldMkLst>
          <pc:docMk/>
          <pc:sldMk cId="3993380047" sldId="570"/>
        </pc:sldMkLst>
        <pc:spChg chg="mod">
          <ac:chgData name="Fabrizio Ferrandi" userId="f9df4cb0-0e27-47ec-bff9-7f5b2a5a0289" providerId="ADAL" clId="{B6FE8CBA-5B99-442F-8B9A-BA4D5BBE53B2}" dt="2025-06-20T14:15:00.104" v="777" actId="20577"/>
          <ac:spMkLst>
            <pc:docMk/>
            <pc:sldMk cId="3993380047" sldId="570"/>
            <ac:spMk id="2" creationId="{A9FB18E9-4950-8E43-812B-107F55646B5F}"/>
          </ac:spMkLst>
        </pc:spChg>
        <pc:spChg chg="mod">
          <ac:chgData name="Fabrizio Ferrandi" userId="f9df4cb0-0e27-47ec-bff9-7f5b2a5a0289" providerId="ADAL" clId="{B6FE8CBA-5B99-442F-8B9A-BA4D5BBE53B2}" dt="2025-06-20T14:14:08.116" v="740" actId="14100"/>
          <ac:spMkLst>
            <pc:docMk/>
            <pc:sldMk cId="3993380047" sldId="570"/>
            <ac:spMk id="3" creationId="{DE25FA63-3756-89E2-0E08-F7CD611D490E}"/>
          </ac:spMkLst>
        </pc:spChg>
        <pc:picChg chg="add mod">
          <ac:chgData name="Fabrizio Ferrandi" userId="f9df4cb0-0e27-47ec-bff9-7f5b2a5a0289" providerId="ADAL" clId="{B6FE8CBA-5B99-442F-8B9A-BA4D5BBE53B2}" dt="2025-06-20T14:14:04.494" v="739" actId="14100"/>
          <ac:picMkLst>
            <pc:docMk/>
            <pc:sldMk cId="3993380047" sldId="570"/>
            <ac:picMk id="9" creationId="{A00EA876-44BD-C709-EEA5-1198E7B215FF}"/>
          </ac:picMkLst>
        </pc:picChg>
      </pc:sldChg>
    </pc:docChg>
  </pc:docChgLst>
  <pc:docChgLst>
    <pc:chgData name="Fabrizio Ferrandi" userId="f9df4cb0-0e27-47ec-bff9-7f5b2a5a0289" providerId="ADAL" clId="{462F4233-5AFB-4FC2-BEF7-8163A52DFC2C}"/>
    <pc:docChg chg="modSld">
      <pc:chgData name="Fabrizio Ferrandi" userId="f9df4cb0-0e27-47ec-bff9-7f5b2a5a0289" providerId="ADAL" clId="{462F4233-5AFB-4FC2-BEF7-8163A52DFC2C}" dt="2025-04-28T13:03:51.368" v="2" actId="20577"/>
      <pc:docMkLst>
        <pc:docMk/>
      </pc:docMkLst>
      <pc:sldChg chg="modSp mod">
        <pc:chgData name="Fabrizio Ferrandi" userId="f9df4cb0-0e27-47ec-bff9-7f5b2a5a0289" providerId="ADAL" clId="{462F4233-5AFB-4FC2-BEF7-8163A52DFC2C}" dt="2025-04-28T13:03:51.368" v="2" actId="20577"/>
        <pc:sldMkLst>
          <pc:docMk/>
          <pc:sldMk cId="474371491" sldId="306"/>
        </pc:sldMkLst>
        <pc:spChg chg="mod">
          <ac:chgData name="Fabrizio Ferrandi" userId="f9df4cb0-0e27-47ec-bff9-7f5b2a5a0289" providerId="ADAL" clId="{462F4233-5AFB-4FC2-BEF7-8163A52DFC2C}" dt="2025-04-28T13:03:51.368" v="2" actId="20577"/>
          <ac:spMkLst>
            <pc:docMk/>
            <pc:sldMk cId="474371491" sldId="306"/>
            <ac:spMk id="6" creationId="{00000000-0000-0000-0000-000000000000}"/>
          </ac:spMkLst>
        </pc:spChg>
      </pc:sldChg>
    </pc:docChg>
  </pc:docChgLst>
  <pc:docChgLst>
    <pc:chgData name="Cristiana Bolchini" userId="6b8273cd-38c1-41dc-ba93-995a19828489" providerId="ADAL" clId="{77E43694-B855-7644-90E0-0D837393640F}"/>
    <pc:docChg chg="custSel modSld">
      <pc:chgData name="Cristiana Bolchini" userId="6b8273cd-38c1-41dc-ba93-995a19828489" providerId="ADAL" clId="{77E43694-B855-7644-90E0-0D837393640F}" dt="2025-06-22T01:45:54.807" v="3" actId="5793"/>
      <pc:docMkLst>
        <pc:docMk/>
      </pc:docMkLst>
      <pc:sldChg chg="addSp delSp modSp mod">
        <pc:chgData name="Cristiana Bolchini" userId="6b8273cd-38c1-41dc-ba93-995a19828489" providerId="ADAL" clId="{77E43694-B855-7644-90E0-0D837393640F}" dt="2025-06-22T01:45:54.807" v="3" actId="5793"/>
        <pc:sldMkLst>
          <pc:docMk/>
          <pc:sldMk cId="3414173897" sldId="312"/>
        </pc:sldMkLst>
        <pc:spChg chg="mod">
          <ac:chgData name="Cristiana Bolchini" userId="6b8273cd-38c1-41dc-ba93-995a19828489" providerId="ADAL" clId="{77E43694-B855-7644-90E0-0D837393640F}" dt="2025-06-22T01:45:54.807" v="3" actId="5793"/>
          <ac:spMkLst>
            <pc:docMk/>
            <pc:sldMk cId="3414173897" sldId="312"/>
            <ac:spMk id="4" creationId="{2F9CE5AC-24E2-C18D-26DB-97EE38A99B9B}"/>
          </ac:spMkLst>
        </pc:spChg>
        <pc:picChg chg="add mod">
          <ac:chgData name="Cristiana Bolchini" userId="6b8273cd-38c1-41dc-ba93-995a19828489" providerId="ADAL" clId="{77E43694-B855-7644-90E0-0D837393640F}" dt="2025-06-22T01:45:51.465" v="1"/>
          <ac:picMkLst>
            <pc:docMk/>
            <pc:sldMk cId="3414173897" sldId="312"/>
            <ac:picMk id="3" creationId="{02F65B36-582D-1630-16AC-48E7B61CAFA9}"/>
          </ac:picMkLst>
        </pc:picChg>
        <pc:picChg chg="add mod">
          <ac:chgData name="Cristiana Bolchini" userId="6b8273cd-38c1-41dc-ba93-995a19828489" providerId="ADAL" clId="{77E43694-B855-7644-90E0-0D837393640F}" dt="2025-06-22T01:45:51.465" v="1"/>
          <ac:picMkLst>
            <pc:docMk/>
            <pc:sldMk cId="3414173897" sldId="312"/>
            <ac:picMk id="5" creationId="{C63D3736-EA9C-8EFE-194C-A8D47353A1B8}"/>
          </ac:picMkLst>
        </pc:picChg>
        <pc:picChg chg="del">
          <ac:chgData name="Cristiana Bolchini" userId="6b8273cd-38c1-41dc-ba93-995a19828489" providerId="ADAL" clId="{77E43694-B855-7644-90E0-0D837393640F}" dt="2025-06-22T01:45:51.104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77E43694-B855-7644-90E0-0D837393640F}" dt="2025-06-22T01:45:51.104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9D9E6-4C88-45BA-AC20-6A4E0DE66932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27E4-5882-6FF8-56CA-A1A0E3BD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81125C9-5E9E-9F45-0717-E8FA1FAE1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78FC03-0B63-F110-4202-1EA4DB2A3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B289BA-D71D-856C-7119-8645CE032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300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87BEC-D0AE-489F-5476-D539FBF1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A0FBFE-4BEF-5CE2-42C2-831DBA2A5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7AEA41C-BC10-C481-2D15-983304844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367F25-70C3-0512-5784-16099B05AB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0850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94A2-E34C-903F-2D46-507BD762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19C633-1BCB-2A6B-A600-3D08A857A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BBFA4AE-3B8B-A5C6-07BE-8F01A720A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51FA3D-F6EF-51C5-7948-D0AC0E597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42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4A67-EC00-8CB4-D685-75B75DA2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578240F-CC47-364A-4DBB-05BEEB7ED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2EFBC8B-D405-92D6-F177-27F3DE79B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429CA7-115A-2A0B-141D-3442CC6C5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651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107F-33F9-FEDA-D1D3-E29BD62D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5C3E41-6890-6E57-F284-912D0D0BF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94426EE-3A2D-A202-B0BA-7AEC1B534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D48738-1F6D-E846-ABE3-0D3229265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518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6D51B-6F7B-6EC0-FC25-867D7A4A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AF79C0-BCFF-7E6D-7430-5B4B8513C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4585B1D-0E2D-56F1-5DB8-80C57E242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3D6D2A3-756A-2DBF-B1B9-C6CB3967A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8966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52E5-2E82-80C3-8AE1-A676AB81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252733-B742-401A-1128-E62896F4C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0BA99B-DC49-6E63-0567-8467D30BA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B9A4C4-8A1A-F3A9-2CB9-D9EEC741E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9000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0D88-B500-6124-1D2A-4F232D41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94EB8D6-8054-015E-BD0C-AC590C054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42754BF-AC64-F81E-3C90-A6DEBAAB6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16D111-8551-B5FA-471B-36DA9AF9F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6849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C69B-1DCE-9FFD-2385-81ADC9E5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A59C512-0A42-821E-4B3E-D0925E13D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58E6A1-8143-9380-ACAF-402C959B1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BCAA87-254B-07FC-DDCE-781507BDC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170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FCC7-A00B-7D78-19EB-F28DBBA7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AFC8EE1-6864-BD9A-59BC-41AE8E8D7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28028F2-5AFB-AD0F-9509-CD525637F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3E0729-E6E3-4AFE-F1B0-3B90FC0A5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5099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41AE-3796-3713-8120-79A69E2A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BBA1701-68F5-35B2-F9CE-C2516A39D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F9872C-A8EC-E963-E007-69D0BD3DB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2C95DF-9BEC-A0D8-6647-F6B1C815B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6282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FB84-9AD5-BDA4-FD83-49E8487B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FF2904-4E27-6B74-5FEE-505876BCD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A6BE0A2-933A-B5CF-1CB1-E5FA533CD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44821-A22E-41D2-B832-235F6A1B7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0823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22966-5706-FCF0-71FB-5C94BEA2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715800-3338-53E5-7FD4-AAA298668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66C324B-B65A-6DA5-F7A9-37E37D47F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949080-8294-38D0-F03D-62ABB88BA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0745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145B-2678-6E51-5DB9-97F65FEF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24296F-B27A-C8DD-EB12-95E030D96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272D269-AFA5-49F9-7844-7BD4A07C3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F55631-4A16-46C3-2560-0925FA763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691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65E-3763-FE9E-A81C-65E2036D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D0826B-BCB8-C6FA-CC02-479364412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A5E3A3-43A4-23E3-76AD-2F3DF777D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06334D-1E87-D637-2CFE-49B0CC326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19842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691D5-1383-9D5A-E9EC-CE32E04D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ECAC30-D8D5-6F8E-22FD-4D6F1C46C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63E5F2-D66A-6C19-8C74-239BA5499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2CCA23-452F-89EB-1342-9B6DB2910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322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D3C7-DB70-E0D6-063B-FE156431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ED7FC6-BB5D-FD44-325A-F4FD48953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2EA1B65-144C-2170-83D8-EDA09F35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A1197A-FD35-FDDE-7906-500C39A90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358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CE80-D697-AB95-D2C7-B47A4FF48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DD03358-A4E8-E6C4-05B9-EF2840CEF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9419631-D05D-0094-914D-F4160B771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EA0FD5-88C3-698C-853E-BEFCCC029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201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3AA-11E7-9F7B-A189-6B9442D5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1C94DF-D9A1-B5F3-C319-95CC08CCE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880887E-56DF-53A6-B90E-25DBF78F4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A3DE2F-890B-24CB-3D12-7E5A8F02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547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5AC9-1E41-EB06-8BA4-449C4977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E2B1275-EA0A-25B5-4E19-E18B4F0F4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589923-BC1B-9A75-AB81-E63197C99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854ED8-4A5D-A2ED-78C2-F4B6CBD3F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14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2DE5-058E-D317-D9F1-34DEB0CE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1FD9215-A8B0-0E0B-4174-273256937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AE89D7-64B9-1A23-E302-F5316C0E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399286A-5AB8-3B53-94FA-DA2F8C0BB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3656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148C-6F88-F3BE-2050-3775867B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1DEAD80-01D5-E0AB-0536-C61868B48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3AD691-F942-FD73-FA1D-B460D0AFD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633BEB-06F9-AE7E-840F-EE3FA96DA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8900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A79D-CA74-CDA7-D19D-E2440B4D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DF6AAF5-9614-8277-9CA7-E49B1E25B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22355CB-D97A-8351-900C-5017A9D43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2391E-6618-F625-2CF3-D72C6EB24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89534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707C3-127B-83EF-2A13-2F50A755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9F5BCB9-E1A4-50C6-08B0-26A52E6ED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7632FC-677F-722A-9ADE-6AEED1B57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86D67C8-0984-3196-92B0-C6D8CACEE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0769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7A04-43AB-656B-D16B-5009E151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0FEFB8-4C79-6823-6FD0-59B6F1820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1BE3A3-170B-B46C-AD00-1B8723CB1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D26E42-37AB-508C-18C9-6C4622856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0624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145D-80C0-E87F-E1E3-4CDDE55F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71AE5C2-A93E-E7D2-FB02-D65BAC9AE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8B97F7C-5E58-8343-3A46-BF193B37D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A0B705C-5A46-DFC3-AEA6-EE328B5CD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9393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66298-3F72-14B7-57FF-839289AB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479A592-F848-CA03-A2E7-99158981F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C3686F1-AC29-BE62-A556-097C1FF2B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08F7FF-4294-876E-2B64-C87E0C552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093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F515-D59D-D89D-CD05-9E5011A6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DA5F2D6-8F63-BEB9-03E5-D39539148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F79C079-6ADF-E6F0-A246-51213CDD1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5346C6-2909-47FF-9D11-6748A7EF4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5159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0AF2-BA52-F532-5C01-135EAFD4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963D0F-726F-FF06-FAEB-FD5CBDD64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F48CC1-C298-E050-2C05-92083AD5C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BC3A31-84F1-E60B-122B-B77807F1B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99063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6163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4D1C-9201-8613-1623-98080CA9A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8EDD6D-7813-BC6A-9FE0-001898975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652CA6-125B-A6F8-D160-CC895DEFE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2216C7-6F52-F70C-2C78-AAEF85379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50653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15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339" y="2800350"/>
            <a:ext cx="1340634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 descr="Home | IEEE Council on Electronic Design Automati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73" y="2859058"/>
            <a:ext cx="1947863" cy="40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828800" y="35623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468997-FAB0-6E2D-7764-A141EFDCD1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28" y="2571750"/>
            <a:ext cx="2364644" cy="10321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43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41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Lab 03:</a:t>
            </a:r>
            <a:br>
              <a:rPr lang="en-US" dirty="0"/>
            </a:br>
            <a:r>
              <a:rPr lang="en-US" sz="4800" dirty="0"/>
              <a:t>From Architectures to SoCs</a:t>
            </a:r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651490D-D6F4-1BA9-8631-3C7FF4D3B141}"/>
              </a:ext>
            </a:extLst>
          </p:cNvPr>
          <p:cNvSpPr>
            <a:spLocks noGrp="1"/>
          </p:cNvSpPr>
          <p:nvPr/>
        </p:nvSpPr>
        <p:spPr>
          <a:xfrm>
            <a:off x="1838671" y="3589114"/>
            <a:ext cx="5466657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Presented By: (Name)</a:t>
            </a:r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31A4F78-B416-83CB-402C-B98D486A64B7}"/>
              </a:ext>
            </a:extLst>
          </p:cNvPr>
          <p:cNvGrpSpPr/>
          <p:nvPr/>
        </p:nvGrpSpPr>
        <p:grpSpPr>
          <a:xfrm>
            <a:off x="7378217" y="1566729"/>
            <a:ext cx="1600292" cy="1525811"/>
            <a:chOff x="7378217" y="1566729"/>
            <a:chExt cx="1600292" cy="1525811"/>
          </a:xfrm>
        </p:grpSpPr>
        <p:sp>
          <p:nvSpPr>
            <p:cNvPr id="43" name="Rectangular Callout 42">
              <a:extLst>
                <a:ext uri="{FF2B5EF4-FFF2-40B4-BE49-F238E27FC236}">
                  <a16:creationId xmlns:a16="http://schemas.microsoft.com/office/drawing/2014/main" id="{ED8C5740-6ABC-02FE-6467-E9419E0A65A5}"/>
                </a:ext>
              </a:extLst>
            </p:cNvPr>
            <p:cNvSpPr/>
            <p:nvPr/>
          </p:nvSpPr>
          <p:spPr>
            <a:xfrm>
              <a:off x="7378217" y="1566729"/>
              <a:ext cx="1600292" cy="1525811"/>
            </a:xfrm>
            <a:prstGeom prst="wedgeRectCallout">
              <a:avLst>
                <a:gd name="adj1" fmla="val 20613"/>
                <a:gd name="adj2" fmla="val -1438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38" name="Immagine 1" descr="Immagine che contiene testo, schermata, Software multimediale, software&#10;&#10;Descrizione generata automaticamente">
              <a:extLst>
                <a:ext uri="{FF2B5EF4-FFF2-40B4-BE49-F238E27FC236}">
                  <a16:creationId xmlns:a16="http://schemas.microsoft.com/office/drawing/2014/main" id="{E3D7004F-C79A-13BB-61E4-CACDF82F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527" y="1652468"/>
              <a:ext cx="1321673" cy="13048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7" name="Titolo 1">
            <a:extLst>
              <a:ext uri="{FF2B5EF4-FFF2-40B4-BE49-F238E27FC236}">
                <a16:creationId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/>
              <a:t>Hierarchical Design: From Gates to Architectures to SoCs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FE95B8-D5A9-942D-AD98-A6054BFA3913}"/>
              </a:ext>
            </a:extLst>
          </p:cNvPr>
          <p:cNvGrpSpPr/>
          <p:nvPr/>
        </p:nvGrpSpPr>
        <p:grpSpPr>
          <a:xfrm>
            <a:off x="5490114" y="1579511"/>
            <a:ext cx="1600292" cy="1525811"/>
            <a:chOff x="5918561" y="1588649"/>
            <a:chExt cx="1773798" cy="1691242"/>
          </a:xfrm>
        </p:grpSpPr>
        <p:sp>
          <p:nvSpPr>
            <p:cNvPr id="36" name="Rectangular Callout 35">
              <a:extLst>
                <a:ext uri="{FF2B5EF4-FFF2-40B4-BE49-F238E27FC236}">
                  <a16:creationId xmlns:a16="http://schemas.microsoft.com/office/drawing/2014/main" id="{92E42EDB-7D47-3D27-F958-818FC21D091E}"/>
                </a:ext>
              </a:extLst>
            </p:cNvPr>
            <p:cNvSpPr/>
            <p:nvPr/>
          </p:nvSpPr>
          <p:spPr>
            <a:xfrm>
              <a:off x="5918561" y="1588649"/>
              <a:ext cx="1773798" cy="1691242"/>
            </a:xfrm>
            <a:prstGeom prst="wedgeRectCallout">
              <a:avLst>
                <a:gd name="adj1" fmla="val 123383"/>
                <a:gd name="adj2" fmla="val -1276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32" name="Picture 8" descr="Central Processing Unit (CPU) | What Is a Microprocessor ?">
              <a:extLst>
                <a:ext uri="{FF2B5EF4-FFF2-40B4-BE49-F238E27FC236}">
                  <a16:creationId xmlns:a16="http://schemas.microsoft.com/office/drawing/2014/main" id="{2E2E326E-FBEE-1B0F-AE3B-6548080867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67" t="25407" r="20771" b="18149"/>
            <a:stretch/>
          </p:blipFill>
          <p:spPr bwMode="auto">
            <a:xfrm>
              <a:off x="6146417" y="1683994"/>
              <a:ext cx="1278785" cy="1527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D72C336-D593-DE82-2F58-874A8E59A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</a:t>
            </a:fld>
            <a:endParaRPr lang="it-IT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0A9B76-33D5-3F3F-AA1E-899DD76FEC26}"/>
              </a:ext>
            </a:extLst>
          </p:cNvPr>
          <p:cNvGrpSpPr/>
          <p:nvPr/>
        </p:nvGrpSpPr>
        <p:grpSpPr>
          <a:xfrm>
            <a:off x="3682721" y="1579511"/>
            <a:ext cx="1600292" cy="1525811"/>
            <a:chOff x="4654125" y="1636775"/>
            <a:chExt cx="1773798" cy="1691242"/>
          </a:xfrm>
        </p:grpSpPr>
        <p:sp>
          <p:nvSpPr>
            <p:cNvPr id="31" name="Rectangular Callout 30">
              <a:extLst>
                <a:ext uri="{FF2B5EF4-FFF2-40B4-BE49-F238E27FC236}">
                  <a16:creationId xmlns:a16="http://schemas.microsoft.com/office/drawing/2014/main" id="{BCA4BFF7-88FC-36E2-70EE-E65584916AB6}"/>
                </a:ext>
              </a:extLst>
            </p:cNvPr>
            <p:cNvSpPr/>
            <p:nvPr/>
          </p:nvSpPr>
          <p:spPr>
            <a:xfrm>
              <a:off x="4654125" y="1636775"/>
              <a:ext cx="1773798" cy="1691242"/>
            </a:xfrm>
            <a:prstGeom prst="wedgeRectCallout">
              <a:avLst>
                <a:gd name="adj1" fmla="val 90819"/>
                <a:gd name="adj2" fmla="val -2421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13BD26C-344F-6FCF-BD09-A6CA3129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3094" y="1939759"/>
              <a:ext cx="1639461" cy="115865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D81D07-7F19-8135-8E51-95EF16A67F16}"/>
              </a:ext>
            </a:extLst>
          </p:cNvPr>
          <p:cNvGrpSpPr/>
          <p:nvPr/>
        </p:nvGrpSpPr>
        <p:grpSpPr>
          <a:xfrm>
            <a:off x="1875328" y="1588649"/>
            <a:ext cx="1600292" cy="1525811"/>
            <a:chOff x="2728947" y="1636775"/>
            <a:chExt cx="1773798" cy="1691242"/>
          </a:xfrm>
        </p:grpSpPr>
        <p:sp>
          <p:nvSpPr>
            <p:cNvPr id="25" name="Rectangular Callout 24">
              <a:extLst>
                <a:ext uri="{FF2B5EF4-FFF2-40B4-BE49-F238E27FC236}">
                  <a16:creationId xmlns:a16="http://schemas.microsoft.com/office/drawing/2014/main" id="{56993C2C-DED9-6FEE-29F4-550A49691D7D}"/>
                </a:ext>
              </a:extLst>
            </p:cNvPr>
            <p:cNvSpPr/>
            <p:nvPr/>
          </p:nvSpPr>
          <p:spPr>
            <a:xfrm>
              <a:off x="2728947" y="1636775"/>
              <a:ext cx="1773798" cy="1691242"/>
            </a:xfrm>
            <a:prstGeom prst="wedgeRectCallout">
              <a:avLst>
                <a:gd name="adj1" fmla="val 94172"/>
                <a:gd name="adj2" fmla="val -4929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54C54E-8EFC-8EF0-138E-74E4C88D4EDF}"/>
                </a:ext>
              </a:extLst>
            </p:cNvPr>
            <p:cNvGrpSpPr/>
            <p:nvPr/>
          </p:nvGrpSpPr>
          <p:grpSpPr>
            <a:xfrm>
              <a:off x="2775551" y="1677600"/>
              <a:ext cx="1560364" cy="1630161"/>
              <a:chOff x="2775551" y="1677600"/>
              <a:chExt cx="1560364" cy="1630161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49731B7-F7F2-C36E-40A7-E617DEF2C0CE}"/>
                  </a:ext>
                </a:extLst>
              </p:cNvPr>
              <p:cNvSpPr/>
              <p:nvPr/>
            </p:nvSpPr>
            <p:spPr>
              <a:xfrm>
                <a:off x="2837145" y="2128537"/>
                <a:ext cx="1434230" cy="70772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>
                    <a:solidFill>
                      <a:schemeClr val="tx1"/>
                    </a:solidFill>
                  </a:rPr>
                  <a:t>+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1F60A-D938-6876-3EAC-549FD65E9AA0}"/>
                  </a:ext>
                </a:extLst>
              </p:cNvPr>
              <p:cNvSpPr txBox="1"/>
              <p:nvPr/>
            </p:nvSpPr>
            <p:spPr>
              <a:xfrm>
                <a:off x="2793304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A[15:0]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D6550C-16E7-6CB5-B1BA-C5295A2F2877}"/>
                  </a:ext>
                </a:extLst>
              </p:cNvPr>
              <p:cNvSpPr txBox="1"/>
              <p:nvPr/>
            </p:nvSpPr>
            <p:spPr>
              <a:xfrm>
                <a:off x="3615846" y="2999984"/>
                <a:ext cx="720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B[15:0]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AB8F4-40A4-76E2-83C8-C021199EC8EB}"/>
                  </a:ext>
                </a:extLst>
              </p:cNvPr>
              <p:cNvSpPr txBox="1"/>
              <p:nvPr/>
            </p:nvSpPr>
            <p:spPr>
              <a:xfrm>
                <a:off x="2775551" y="1677600"/>
                <a:ext cx="9348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Sum[15:0]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BD38F-E7B2-3175-AAC6-B0370E7D1F25}"/>
                  </a:ext>
                </a:extLst>
              </p:cNvPr>
              <p:cNvSpPr txBox="1"/>
              <p:nvPr/>
            </p:nvSpPr>
            <p:spPr>
              <a:xfrm>
                <a:off x="3710422" y="1677600"/>
                <a:ext cx="5309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400"/>
                  <a:t>Cout</a:t>
                </a:r>
              </a:p>
            </p:txBody>
          </p:sp>
          <p:sp>
            <p:nvSpPr>
              <p:cNvPr id="16" name="Up Arrow 15">
                <a:extLst>
                  <a:ext uri="{FF2B5EF4-FFF2-40B4-BE49-F238E27FC236}">
                    <a16:creationId xmlns:a16="http://schemas.microsoft.com/office/drawing/2014/main" id="{0E344ED1-72E0-19E3-0D4B-030285C3B635}"/>
                  </a:ext>
                </a:extLst>
              </p:cNvPr>
              <p:cNvSpPr/>
              <p:nvPr/>
            </p:nvSpPr>
            <p:spPr>
              <a:xfrm>
                <a:off x="3140812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8" name="Up Arrow 17">
                <a:extLst>
                  <a:ext uri="{FF2B5EF4-FFF2-40B4-BE49-F238E27FC236}">
                    <a16:creationId xmlns:a16="http://schemas.microsoft.com/office/drawing/2014/main" id="{17A6CB13-25F0-1A8D-E3F3-25E818B7157F}"/>
                  </a:ext>
                </a:extLst>
              </p:cNvPr>
              <p:cNvSpPr/>
              <p:nvPr/>
            </p:nvSpPr>
            <p:spPr>
              <a:xfrm>
                <a:off x="3884288" y="2861310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19" name="Up Arrow 18">
                <a:extLst>
                  <a:ext uri="{FF2B5EF4-FFF2-40B4-BE49-F238E27FC236}">
                    <a16:creationId xmlns:a16="http://schemas.microsoft.com/office/drawing/2014/main" id="{CE1DFC37-20BC-F299-0076-489282D81606}"/>
                  </a:ext>
                </a:extLst>
              </p:cNvPr>
              <p:cNvSpPr/>
              <p:nvPr/>
            </p:nvSpPr>
            <p:spPr>
              <a:xfrm>
                <a:off x="3200666" y="1939759"/>
                <a:ext cx="84640" cy="163726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4E73BAE-D578-BBEB-AF0A-9EAD306CE4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75879" y="1905053"/>
                <a:ext cx="0" cy="1984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066A761-78B3-E898-20A1-809C8820139A}"/>
              </a:ext>
            </a:extLst>
          </p:cNvPr>
          <p:cNvGrpSpPr/>
          <p:nvPr/>
        </p:nvGrpSpPr>
        <p:grpSpPr>
          <a:xfrm>
            <a:off x="67936" y="1588649"/>
            <a:ext cx="1600291" cy="1507536"/>
            <a:chOff x="672953" y="1636775"/>
            <a:chExt cx="1773798" cy="1670986"/>
          </a:xfrm>
        </p:grpSpPr>
        <p:sp>
          <p:nvSpPr>
            <p:cNvPr id="24" name="Rectangular Callout 23">
              <a:extLst>
                <a:ext uri="{FF2B5EF4-FFF2-40B4-BE49-F238E27FC236}">
                  <a16:creationId xmlns:a16="http://schemas.microsoft.com/office/drawing/2014/main" id="{F5B4A6F7-CBF2-4E94-1B35-5CDDE148C464}"/>
                </a:ext>
              </a:extLst>
            </p:cNvPr>
            <p:cNvSpPr/>
            <p:nvPr/>
          </p:nvSpPr>
          <p:spPr>
            <a:xfrm>
              <a:off x="672953" y="1636775"/>
              <a:ext cx="1773798" cy="1670986"/>
            </a:xfrm>
            <a:prstGeom prst="wedgeRectCallout">
              <a:avLst>
                <a:gd name="adj1" fmla="val 86532"/>
                <a:gd name="adj2" fmla="val -4493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41D4B3E3-AE57-B768-43C6-F586D30248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38" y="1964813"/>
              <a:ext cx="1500417" cy="103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7211C4E-9B43-53F2-891F-45B2DEF7514B}"/>
              </a:ext>
            </a:extLst>
          </p:cNvPr>
          <p:cNvSpPr txBox="1"/>
          <p:nvPr/>
        </p:nvSpPr>
        <p:spPr>
          <a:xfrm>
            <a:off x="468397" y="1237595"/>
            <a:ext cx="71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T"/>
              <a:t>Gates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6E9275-AEFE-9D16-DE0E-E4DD65C21146}"/>
              </a:ext>
            </a:extLst>
          </p:cNvPr>
          <p:cNvSpPr txBox="1"/>
          <p:nvPr/>
        </p:nvSpPr>
        <p:spPr>
          <a:xfrm>
            <a:off x="1781584" y="1237595"/>
            <a:ext cx="1787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Multi-bit adder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AE9DAC-AAFA-E3AF-ADD6-BEE7CA999709}"/>
              </a:ext>
            </a:extLst>
          </p:cNvPr>
          <p:cNvSpPr txBox="1"/>
          <p:nvPr/>
        </p:nvSpPr>
        <p:spPr>
          <a:xfrm>
            <a:off x="4113252" y="1237595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ALU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CB44AC-9E0C-E862-A557-CB3A6831F677}"/>
              </a:ext>
            </a:extLst>
          </p:cNvPr>
          <p:cNvSpPr txBox="1"/>
          <p:nvPr/>
        </p:nvSpPr>
        <p:spPr>
          <a:xfrm>
            <a:off x="5882279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CPU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BAEB4B-EFB4-F8EE-3D0B-5B30CAE3328B}"/>
              </a:ext>
            </a:extLst>
          </p:cNvPr>
          <p:cNvSpPr txBox="1"/>
          <p:nvPr/>
        </p:nvSpPr>
        <p:spPr>
          <a:xfrm>
            <a:off x="7788111" y="1256149"/>
            <a:ext cx="7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T"/>
              <a:t>SoC</a:t>
            </a:r>
          </a:p>
        </p:txBody>
      </p:sp>
      <p:sp>
        <p:nvSpPr>
          <p:cNvPr id="51" name="Right Brace 50">
            <a:extLst>
              <a:ext uri="{FF2B5EF4-FFF2-40B4-BE49-F238E27FC236}">
                <a16:creationId xmlns:a16="http://schemas.microsoft.com/office/drawing/2014/main" id="{13EA9BBD-0D04-3818-CFB2-902A6E7D93F6}"/>
              </a:ext>
            </a:extLst>
          </p:cNvPr>
          <p:cNvSpPr/>
          <p:nvPr/>
        </p:nvSpPr>
        <p:spPr>
          <a:xfrm rot="5400000">
            <a:off x="1581084" y="1739605"/>
            <a:ext cx="394570" cy="3394502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BD0D6F-BFD7-4706-A895-5CBA0D25CE54}"/>
              </a:ext>
            </a:extLst>
          </p:cNvPr>
          <p:cNvSpPr txBox="1"/>
          <p:nvPr/>
        </p:nvSpPr>
        <p:spPr>
          <a:xfrm>
            <a:off x="1106550" y="3634141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tx2"/>
                </a:solidFill>
              </a:rPr>
              <a:t>Seen in lab02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B7F54B-E820-4517-40F2-6C63827787DC}"/>
              </a:ext>
            </a:extLst>
          </p:cNvPr>
          <p:cNvSpPr txBox="1"/>
          <p:nvPr/>
        </p:nvSpPr>
        <p:spPr>
          <a:xfrm>
            <a:off x="5235991" y="3653700"/>
            <a:ext cx="211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rgbClr val="C00000"/>
                </a:solidFill>
              </a:rPr>
              <a:t>Today (at high-level)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0FFA1D9C-1078-EE30-3689-C7516CF00828}"/>
              </a:ext>
            </a:extLst>
          </p:cNvPr>
          <p:cNvSpPr/>
          <p:nvPr/>
        </p:nvSpPr>
        <p:spPr>
          <a:xfrm rot="5400000">
            <a:off x="6133330" y="893101"/>
            <a:ext cx="394570" cy="5295788"/>
          </a:xfrm>
          <a:prstGeom prst="rightBrace">
            <a:avLst>
              <a:gd name="adj1" fmla="val 1428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110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B402-B0F5-66BF-CD47-BA9017F9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C31F-971D-68F8-5699-C7B03960D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03 Part </a:t>
            </a:r>
            <a:r>
              <a:rPr lang="it-IT"/>
              <a:t>1</a:t>
            </a:r>
            <a:r>
              <a:rPr lang="en-IT"/>
              <a:t>: Implementation of an </a:t>
            </a:r>
            <a:r>
              <a:rPr lang="it-IT"/>
              <a:t>ALU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3987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F3B9-42B6-B538-2A34-8FE0BF90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86B8950-D957-AD24-0CE2-FF15D0D0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ALU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FC61122-B5CC-D901-95AE-40796846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1569455"/>
            <a:ext cx="3920355" cy="2132596"/>
          </a:xfrm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GB" sz="2400"/>
              <a:t>An ALU Arithmetic Logic Unit is a component used inside a processor to perform basic logical and arithmetical operations.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C94E2B-9764-79A2-3101-A7B67C4578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5" name="Immagine 4" descr="Immagine che contiene diagramma, linea, testo, Carattere&#10;&#10;Descrizione generata automaticamente">
            <a:extLst>
              <a:ext uri="{FF2B5EF4-FFF2-40B4-BE49-F238E27FC236}">
                <a16:creationId xmlns:a16="http://schemas.microsoft.com/office/drawing/2014/main" id="{C4EBAE8A-842E-1E47-ACEA-135E926E1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993" y="1165447"/>
            <a:ext cx="4027207" cy="293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8304-89C6-A2FB-9F04-2FE55D78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46EA0A-9D7B-2E85-0408-5B63242C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/>
              <a:t>RTL Design: Input &amp; Output Ports</a:t>
            </a:r>
            <a:endParaRPr lang="it-IT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D5879-4982-A501-ACAA-CD56187CE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/>
              <a:t>Bit Vectors: </a:t>
            </a:r>
            <a:r>
              <a:rPr lang="en-GB" sz="2400"/>
              <a:t>ordered sets of bits with a single name</a:t>
            </a:r>
          </a:p>
          <a:p>
            <a:endParaRPr lang="en-GB" sz="2400"/>
          </a:p>
          <a:p>
            <a:endParaRPr lang="en-GB" sz="2400"/>
          </a:p>
          <a:p>
            <a:endParaRPr lang="en-GB" sz="2400"/>
          </a:p>
          <a:p>
            <a:endParaRPr lang="en-GB" sz="2400"/>
          </a:p>
          <a:p>
            <a:endParaRPr lang="en-GB" sz="2400"/>
          </a:p>
          <a:p>
            <a:pPr lvl="1"/>
            <a:r>
              <a:rPr lang="en-GB" sz="2200"/>
              <a:t>The whole vector can be interpreted (for example) as an unsigned number. </a:t>
            </a:r>
          </a:p>
          <a:p>
            <a:pPr lvl="2"/>
            <a:r>
              <a:rPr lang="en-GB" sz="2000"/>
              <a:t>The example above corresponds to A = 83.</a:t>
            </a:r>
          </a:p>
          <a:p>
            <a:endParaRPr lang="en-GB" sz="2000">
              <a:solidFill>
                <a:schemeClr val="accent2"/>
              </a:solidFill>
            </a:endParaRPr>
          </a:p>
          <a:p>
            <a:endParaRPr lang="en-GB" sz="2400"/>
          </a:p>
          <a:p>
            <a:endParaRPr lang="en-IT" sz="2400"/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22BA2EA0-C13C-39F5-E275-F89978D920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5</a:t>
            </a:fld>
            <a:endParaRPr lang="it-IT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887AE3-B299-1682-3657-F942CED764A4}"/>
              </a:ext>
            </a:extLst>
          </p:cNvPr>
          <p:cNvGraphicFramePr>
            <a:graphicFrameLocks noGrp="1"/>
          </p:cNvGraphicFramePr>
          <p:nvPr/>
        </p:nvGraphicFramePr>
        <p:xfrm>
          <a:off x="1483264" y="1429611"/>
          <a:ext cx="6095997" cy="738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572">
                  <a:extLst>
                    <a:ext uri="{9D8B030D-6E8A-4147-A177-3AD203B41FA5}">
                      <a16:colId xmlns:a16="http://schemas.microsoft.com/office/drawing/2014/main" val="1721417574"/>
                    </a:ext>
                  </a:extLst>
                </a:gridCol>
                <a:gridCol w="483094">
                  <a:extLst>
                    <a:ext uri="{9D8B030D-6E8A-4147-A177-3AD203B41FA5}">
                      <a16:colId xmlns:a16="http://schemas.microsoft.com/office/drawing/2014/main" val="34936993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1130676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8600595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633105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926756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59105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1594177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308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T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6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43371"/>
                  </a:ext>
                </a:extLst>
              </a:tr>
              <a:tr h="367633">
                <a:tc>
                  <a:txBody>
                    <a:bodyPr/>
                    <a:lstStyle/>
                    <a:p>
                      <a:r>
                        <a:rPr lang="en-IT"/>
                        <a:t>Bit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T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8143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CEB779-EFCF-B6A8-1D0C-4B103750983D}"/>
              </a:ext>
            </a:extLst>
          </p:cNvPr>
          <p:cNvSpPr txBox="1"/>
          <p:nvPr/>
        </p:nvSpPr>
        <p:spPr>
          <a:xfrm>
            <a:off x="4346532" y="12964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1336837-6323-3621-7739-D061A05EE108}"/>
              </a:ext>
            </a:extLst>
          </p:cNvPr>
          <p:cNvSpPr/>
          <p:nvPr/>
        </p:nvSpPr>
        <p:spPr>
          <a:xfrm rot="5400000">
            <a:off x="4787623" y="-95819"/>
            <a:ext cx="394570" cy="5188709"/>
          </a:xfrm>
          <a:prstGeom prst="rightBrace">
            <a:avLst>
              <a:gd name="adj1" fmla="val 14287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0DB1C-4CE3-FD0E-6058-D5D7781954F5}"/>
              </a:ext>
            </a:extLst>
          </p:cNvPr>
          <p:cNvSpPr txBox="1"/>
          <p:nvPr/>
        </p:nvSpPr>
        <p:spPr>
          <a:xfrm>
            <a:off x="4822844" y="26796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D80DF-DD46-78EA-FCD8-B049C0FB1FF4}"/>
              </a:ext>
            </a:extLst>
          </p:cNvPr>
          <p:cNvSpPr txBox="1"/>
          <p:nvPr/>
        </p:nvSpPr>
        <p:spPr>
          <a:xfrm>
            <a:off x="7047279" y="274627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A[0]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A2C7D-BC6A-243F-1BB6-87F0CCE4DDB9}"/>
              </a:ext>
            </a:extLst>
          </p:cNvPr>
          <p:cNvSpPr txBox="1"/>
          <p:nvPr/>
        </p:nvSpPr>
        <p:spPr>
          <a:xfrm>
            <a:off x="5948099" y="274627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A[1]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DFFDDB-779A-5FBD-2440-12DC70E793A6}"/>
              </a:ext>
            </a:extLst>
          </p:cNvPr>
          <p:cNvSpPr txBox="1"/>
          <p:nvPr/>
        </p:nvSpPr>
        <p:spPr>
          <a:xfrm>
            <a:off x="3484053" y="2695821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chemeClr val="accent3"/>
                </a:solidFill>
              </a:rPr>
              <a:t>A[5] = 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96BE23-AE79-2297-E231-09D2ECD3E4FC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3870542" y="2050001"/>
            <a:ext cx="78543" cy="64582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B80601-FDFE-AB46-EE88-E414F1D68755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6413131" y="2091584"/>
            <a:ext cx="50029" cy="65469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2C94C2-8FAF-EB37-B765-A4B6DFC107A6}"/>
              </a:ext>
            </a:extLst>
          </p:cNvPr>
          <p:cNvCxnSpPr>
            <a:cxnSpLocks/>
          </p:cNvCxnSpPr>
          <p:nvPr/>
        </p:nvCxnSpPr>
        <p:spPr>
          <a:xfrm flipH="1" flipV="1">
            <a:off x="7229785" y="2110593"/>
            <a:ext cx="96854" cy="63568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63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5168-75F2-CA50-757E-2514770D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DD66E9D-E142-D11E-0EF1-C8D121448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066" y="858270"/>
            <a:ext cx="4099183" cy="355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29B30B2-7542-62B1-0424-6C5A27E7A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ALU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E98FB44-226D-98FB-80C8-92FE4274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51" y="1569455"/>
            <a:ext cx="2925099" cy="2132596"/>
          </a:xfrm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GB" sz="2400"/>
              <a:t>Design your own ALU and test it with a testbench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6C5191-F3F0-94E0-6F0F-A28FB64325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E1B02-072A-37AA-3AF5-940C882554C3}"/>
              </a:ext>
            </a:extLst>
          </p:cNvPr>
          <p:cNvSpPr txBox="1"/>
          <p:nvPr/>
        </p:nvSpPr>
        <p:spPr>
          <a:xfrm>
            <a:off x="7219190" y="2006720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A38AA-20C9-2B40-887B-7CD2E2E37C73}"/>
              </a:ext>
            </a:extLst>
          </p:cNvPr>
          <p:cNvSpPr txBox="1"/>
          <p:nvPr/>
        </p:nvSpPr>
        <p:spPr>
          <a:xfrm>
            <a:off x="7219190" y="2326637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68B88-94ED-5CDB-42C9-1DC1DBE9E13E}"/>
              </a:ext>
            </a:extLst>
          </p:cNvPr>
          <p:cNvSpPr txBox="1"/>
          <p:nvPr/>
        </p:nvSpPr>
        <p:spPr>
          <a:xfrm>
            <a:off x="7219190" y="2775863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E6121-20C4-0BD3-DD68-EA9B1C7A3203}"/>
              </a:ext>
            </a:extLst>
          </p:cNvPr>
          <p:cNvSpPr txBox="1"/>
          <p:nvPr/>
        </p:nvSpPr>
        <p:spPr>
          <a:xfrm>
            <a:off x="7219190" y="3086544"/>
            <a:ext cx="156046" cy="161583"/>
          </a:xfrm>
          <a:prstGeom prst="rect">
            <a:avLst/>
          </a:prstGeom>
          <a:solidFill>
            <a:srgbClr val="B1DEF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T" sz="1050">
                <a:solidFill>
                  <a:srgbClr val="00295D"/>
                </a:solidFill>
              </a:rP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D90B63-FD35-56DD-2F7B-03E0299ABFF4}"/>
              </a:ext>
            </a:extLst>
          </p:cNvPr>
          <p:cNvGrpSpPr/>
          <p:nvPr/>
        </p:nvGrpSpPr>
        <p:grpSpPr>
          <a:xfrm>
            <a:off x="4042735" y="743751"/>
            <a:ext cx="5421102" cy="3784004"/>
            <a:chOff x="4042735" y="743751"/>
            <a:chExt cx="5421102" cy="378400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06D1B6B-6DCF-8774-80D5-310E8A836965}"/>
                </a:ext>
              </a:extLst>
            </p:cNvPr>
            <p:cNvSpPr/>
            <p:nvPr/>
          </p:nvSpPr>
          <p:spPr>
            <a:xfrm>
              <a:off x="6943251" y="4048269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A2B242-0F3D-1814-8FDF-9E93F7AFA049}"/>
                </a:ext>
              </a:extLst>
            </p:cNvPr>
            <p:cNvSpPr txBox="1"/>
            <p:nvPr/>
          </p:nvSpPr>
          <p:spPr>
            <a:xfrm>
              <a:off x="7751955" y="4103346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2-bit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C5A4B1-88B9-D877-EBEB-D7930FC504EB}"/>
                </a:ext>
              </a:extLst>
            </p:cNvPr>
            <p:cNvSpPr/>
            <p:nvPr/>
          </p:nvSpPr>
          <p:spPr>
            <a:xfrm>
              <a:off x="4042735" y="989801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B8A5EB-41BE-47BC-55DA-354A803EFDE1}"/>
                </a:ext>
              </a:extLst>
            </p:cNvPr>
            <p:cNvSpPr txBox="1"/>
            <p:nvPr/>
          </p:nvSpPr>
          <p:spPr>
            <a:xfrm>
              <a:off x="4557072" y="743751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0F7087-F997-66D3-699E-C1F972D48A5A}"/>
                </a:ext>
              </a:extLst>
            </p:cNvPr>
            <p:cNvSpPr/>
            <p:nvPr/>
          </p:nvSpPr>
          <p:spPr>
            <a:xfrm>
              <a:off x="4042735" y="1928560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4EB960-A1FD-9E48-488F-DAE2E48A1AC1}"/>
                </a:ext>
              </a:extLst>
            </p:cNvPr>
            <p:cNvSpPr txBox="1"/>
            <p:nvPr/>
          </p:nvSpPr>
          <p:spPr>
            <a:xfrm>
              <a:off x="4557072" y="1662614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7E94E34-27C5-2183-E760-12B1A517D1F2}"/>
                </a:ext>
              </a:extLst>
            </p:cNvPr>
            <p:cNvSpPr/>
            <p:nvPr/>
          </p:nvSpPr>
          <p:spPr>
            <a:xfrm>
              <a:off x="7859815" y="2398022"/>
              <a:ext cx="707923" cy="47948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AEE409-5608-AFF6-AB3B-09111AD66541}"/>
                </a:ext>
              </a:extLst>
            </p:cNvPr>
            <p:cNvSpPr txBox="1"/>
            <p:nvPr/>
          </p:nvSpPr>
          <p:spPr>
            <a:xfrm>
              <a:off x="8374152" y="2132076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16-bit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C010CA2-6F53-FA95-A66D-8D206AB1ADC0}"/>
                </a:ext>
              </a:extLst>
            </p:cNvPr>
            <p:cNvSpPr/>
            <p:nvPr/>
          </p:nvSpPr>
          <p:spPr>
            <a:xfrm>
              <a:off x="7735326" y="1076504"/>
              <a:ext cx="707923" cy="29884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AEE5CB-8BA3-8AC2-220C-33F7AB2DC25A}"/>
                </a:ext>
              </a:extLst>
            </p:cNvPr>
            <p:cNvSpPr txBox="1"/>
            <p:nvPr/>
          </p:nvSpPr>
          <p:spPr>
            <a:xfrm>
              <a:off x="8280438" y="786485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1-bit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86060F-D0AA-492F-44D7-8BC8383E66C8}"/>
                </a:ext>
              </a:extLst>
            </p:cNvPr>
            <p:cNvSpPr/>
            <p:nvPr/>
          </p:nvSpPr>
          <p:spPr>
            <a:xfrm>
              <a:off x="7786945" y="1397742"/>
              <a:ext cx="707923" cy="29884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37D979-0DEA-A0B8-5715-C289B78454F2}"/>
                </a:ext>
              </a:extLst>
            </p:cNvPr>
            <p:cNvSpPr txBox="1"/>
            <p:nvPr/>
          </p:nvSpPr>
          <p:spPr>
            <a:xfrm>
              <a:off x="8376592" y="1203767"/>
              <a:ext cx="1087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T">
                  <a:solidFill>
                    <a:srgbClr val="C00000"/>
                  </a:solidFill>
                </a:rPr>
                <a:t>1-bit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230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28FB-2C89-3226-2AAD-93BF50C3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D1A2E159-5E6C-5350-0475-FF6734CC3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97" y="2056630"/>
            <a:ext cx="2400508" cy="1754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6B3266E2-D7CD-54E7-645A-60F96525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/>
              <a:t>RTL Design of an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0759-D65D-4502-D565-4204ACF5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Open the </a:t>
            </a:r>
            <a:r>
              <a:rPr lang="en-GB" b="1" err="1"/>
              <a:t>Vivado</a:t>
            </a:r>
            <a:r>
              <a:rPr lang="en-GB" b="1"/>
              <a:t> project for the </a:t>
            </a:r>
            <a:r>
              <a:rPr lang="en-GB" b="1" u="sng"/>
              <a:t>Lab03b</a:t>
            </a:r>
            <a:r>
              <a:rPr lang="en-GB" b="1"/>
              <a:t> and create a new block design:</a:t>
            </a:r>
          </a:p>
          <a:p>
            <a:pPr lvl="1"/>
            <a:r>
              <a:rPr lang="en-GB"/>
              <a:t>IP INTEGRATOR → Create Block Design, on the left Flow Navigator bar</a:t>
            </a:r>
          </a:p>
          <a:p>
            <a:endParaRPr lang="en-GB"/>
          </a:p>
          <a:p>
            <a:r>
              <a:rPr lang="en-GB" b="1"/>
              <a:t>The “Create Block Design”  window </a:t>
            </a:r>
            <a:br>
              <a:rPr lang="en-GB" b="1"/>
            </a:br>
            <a:r>
              <a:rPr lang="en-GB" b="1"/>
              <a:t>will appear</a:t>
            </a:r>
            <a:r>
              <a:rPr lang="en-GB"/>
              <a:t>:</a:t>
            </a:r>
          </a:p>
          <a:p>
            <a:endParaRPr lang="en-GB"/>
          </a:p>
          <a:p>
            <a:pPr lvl="1"/>
            <a:r>
              <a:rPr lang="en-GB"/>
              <a:t>“Design name”: alu</a:t>
            </a:r>
          </a:p>
          <a:p>
            <a:endParaRPr lang="en-GB"/>
          </a:p>
          <a:p>
            <a:r>
              <a:rPr lang="en-GB" b="1"/>
              <a:t>“OK”</a:t>
            </a:r>
          </a:p>
          <a:p>
            <a:endParaRPr lang="en-GB"/>
          </a:p>
          <a:p>
            <a:endParaRPr lang="en-IT"/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94CDFE5B-2993-E880-7BD0-BFFF5E95C3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7</a:t>
            </a:fld>
            <a:endParaRPr lang="it-IT"/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FC8944EC-8F8C-1DA5-2571-9786AD5296CF}"/>
              </a:ext>
            </a:extLst>
          </p:cNvPr>
          <p:cNvGrpSpPr/>
          <p:nvPr/>
        </p:nvGrpSpPr>
        <p:grpSpPr>
          <a:xfrm>
            <a:off x="4353056" y="1745180"/>
            <a:ext cx="1875494" cy="2286198"/>
            <a:chOff x="6435866" y="1851268"/>
            <a:chExt cx="2500658" cy="3048264"/>
          </a:xfrm>
        </p:grpSpPr>
        <p:pic>
          <p:nvPicPr>
            <p:cNvPr id="18" name="Immagine 17">
              <a:extLst>
                <a:ext uri="{FF2B5EF4-FFF2-40B4-BE49-F238E27FC236}">
                  <a16:creationId xmlns:a16="http://schemas.microsoft.com/office/drawing/2014/main" id="{F55419A5-AFED-9958-17C0-6B358AEC2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015" y="1851268"/>
              <a:ext cx="2179509" cy="30482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0DC71BD0-227D-CEBC-4547-7F0C5D540B90}"/>
                </a:ext>
              </a:extLst>
            </p:cNvPr>
            <p:cNvSpPr/>
            <p:nvPr/>
          </p:nvSpPr>
          <p:spPr>
            <a:xfrm>
              <a:off x="6757015" y="3629278"/>
              <a:ext cx="1616241" cy="738785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95CE7476-E090-63F4-2CED-2321073FEAC6}"/>
                </a:ext>
              </a:extLst>
            </p:cNvPr>
            <p:cNvSpPr txBox="1"/>
            <p:nvPr/>
          </p:nvSpPr>
          <p:spPr>
            <a:xfrm>
              <a:off x="6435866" y="3814004"/>
              <a:ext cx="44823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5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</p:grp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9C75C5EF-F111-328E-BF81-80987960373C}"/>
              </a:ext>
            </a:extLst>
          </p:cNvPr>
          <p:cNvSpPr/>
          <p:nvPr/>
        </p:nvSpPr>
        <p:spPr>
          <a:xfrm>
            <a:off x="6457951" y="2714752"/>
            <a:ext cx="2281562" cy="324869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6725280-C798-BAEB-47AA-763A5B5E397A}"/>
              </a:ext>
            </a:extLst>
          </p:cNvPr>
          <p:cNvSpPr txBox="1"/>
          <p:nvPr/>
        </p:nvSpPr>
        <p:spPr>
          <a:xfrm>
            <a:off x="6177654" y="2749779"/>
            <a:ext cx="3361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9A1545F3-09BB-341E-BEA2-BC5183994BF1}"/>
              </a:ext>
            </a:extLst>
          </p:cNvPr>
          <p:cNvSpPr/>
          <p:nvPr/>
        </p:nvSpPr>
        <p:spPr>
          <a:xfrm>
            <a:off x="7525575" y="3465700"/>
            <a:ext cx="346532" cy="175763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2AB8C7-7391-A3CF-F032-13C72AD88463}"/>
              </a:ext>
            </a:extLst>
          </p:cNvPr>
          <p:cNvSpPr txBox="1"/>
          <p:nvPr/>
        </p:nvSpPr>
        <p:spPr>
          <a:xfrm>
            <a:off x="7217140" y="3418648"/>
            <a:ext cx="33067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41281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558A-A09B-37F1-5ADB-5A272576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BC0F22-8F9C-CE21-14D4-F2EF798F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B0938E-737A-55AC-16DF-56143ABB8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305800" cy="3927873"/>
          </a:xfrm>
        </p:spPr>
        <p:txBody>
          <a:bodyPr>
            <a:normAutofit/>
          </a:bodyPr>
          <a:lstStyle/>
          <a:p>
            <a:r>
              <a:rPr lang="en-GB" b="1"/>
              <a:t>Our project has been created, and now we can implement the architecture of the adder: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Input ports:</a:t>
            </a:r>
          </a:p>
          <a:p>
            <a:pPr lvl="3"/>
            <a:r>
              <a:rPr lang="en-GB" sz="1600" b="1">
                <a:solidFill>
                  <a:schemeClr val="accent2"/>
                </a:solidFill>
              </a:rPr>
              <a:t>A </a:t>
            </a:r>
            <a:r>
              <a:rPr lang="en-GB" sz="1600">
                <a:solidFill>
                  <a:schemeClr val="accent2"/>
                </a:solidFill>
              </a:rPr>
              <a:t>&amp; </a:t>
            </a:r>
            <a:r>
              <a:rPr lang="en-GB" sz="1600" b="1">
                <a:solidFill>
                  <a:schemeClr val="accent2"/>
                </a:solidFill>
              </a:rPr>
              <a:t>B</a:t>
            </a:r>
            <a:r>
              <a:rPr lang="en-GB" sz="1600">
                <a:solidFill>
                  <a:schemeClr val="accent2"/>
                </a:solidFill>
              </a:rPr>
              <a:t>, two arrays of 16 bits [15:0]</a:t>
            </a:r>
          </a:p>
          <a:p>
            <a:pPr lvl="3"/>
            <a:r>
              <a:rPr lang="en-GB" sz="1600" b="1" err="1">
                <a:solidFill>
                  <a:schemeClr val="accent2"/>
                </a:solidFill>
              </a:rPr>
              <a:t>sel</a:t>
            </a:r>
            <a:r>
              <a:rPr lang="en-GB" sz="1600">
                <a:solidFill>
                  <a:schemeClr val="accent2"/>
                </a:solidFill>
              </a:rPr>
              <a:t>, an array of 2 bits [1:0]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Output ports:</a:t>
            </a:r>
          </a:p>
          <a:p>
            <a:pPr lvl="3"/>
            <a:r>
              <a:rPr lang="en-GB" sz="1600" b="1" err="1">
                <a:solidFill>
                  <a:schemeClr val="accent2"/>
                </a:solidFill>
              </a:rPr>
              <a:t>data_out</a:t>
            </a:r>
            <a:r>
              <a:rPr lang="en-GB" sz="1600">
                <a:solidFill>
                  <a:schemeClr val="accent2"/>
                </a:solidFill>
              </a:rPr>
              <a:t>, an array of 16 bits [15:0]</a:t>
            </a:r>
          </a:p>
          <a:p>
            <a:pPr lvl="3"/>
            <a:r>
              <a:rPr lang="en-GB" sz="1600" b="1" err="1">
                <a:solidFill>
                  <a:schemeClr val="accent2"/>
                </a:solidFill>
              </a:rPr>
              <a:t>Cout</a:t>
            </a:r>
            <a:r>
              <a:rPr lang="en-GB" sz="1600">
                <a:solidFill>
                  <a:schemeClr val="accent2"/>
                </a:solidFill>
              </a:rPr>
              <a:t> and </a:t>
            </a:r>
            <a:r>
              <a:rPr lang="en-GB" sz="1600" b="1">
                <a:solidFill>
                  <a:schemeClr val="accent2"/>
                </a:solidFill>
              </a:rPr>
              <a:t>borrow</a:t>
            </a:r>
            <a:r>
              <a:rPr lang="en-GB" sz="1600">
                <a:solidFill>
                  <a:schemeClr val="accent2"/>
                </a:solidFill>
              </a:rPr>
              <a:t>, two single wires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Create the “ALU” block and test it</a:t>
            </a:r>
          </a:p>
          <a:p>
            <a:r>
              <a:rPr lang="en-IT" sz="2400" b="1"/>
              <a:t>Look at the examples seen in </a:t>
            </a:r>
            <a:r>
              <a:rPr lang="en-US" sz="2400" b="1"/>
              <a:t>the previous </a:t>
            </a:r>
          </a:p>
          <a:p>
            <a:pPr marL="0" indent="0">
              <a:buNone/>
            </a:pPr>
            <a:r>
              <a:rPr lang="en-US" sz="2400" b="1"/>
              <a:t>	LAB</a:t>
            </a:r>
            <a:r>
              <a:rPr lang="en-IT" sz="2400" b="1"/>
              <a:t>, and try to do the same steps</a:t>
            </a:r>
            <a:r>
              <a:rPr lang="en-US" sz="2400" b="1"/>
              <a:t>… </a:t>
            </a:r>
            <a:endParaRPr lang="en-GB" sz="2200" b="1">
              <a:solidFill>
                <a:schemeClr val="accent2"/>
              </a:solidFill>
            </a:endParaRPr>
          </a:p>
          <a:p>
            <a:endParaRPr lang="en-IT"/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D57ECD97-7400-2E1D-D441-37D79B0055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8</a:t>
            </a:fld>
            <a:endParaRPr lang="it-IT"/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6BE2C0DA-2562-D84E-3CA6-9EB6F1863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16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3018-3A8F-DA2B-4B72-0787BBA9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4C661B-BD6C-F940-CC9A-B5A1D427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>
            <a:normAutofit/>
          </a:bodyPr>
          <a:lstStyle/>
          <a:p>
            <a:r>
              <a:rPr lang="en-GB"/>
              <a:t>RTL Design of an Adder</a:t>
            </a:r>
            <a:endParaRPr lang="it-IT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22FFFB-EC50-E9CC-E5A8-F6B54F761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305800" cy="3927873"/>
          </a:xfrm>
        </p:spPr>
        <p:txBody>
          <a:bodyPr>
            <a:normAutofit/>
          </a:bodyPr>
          <a:lstStyle/>
          <a:p>
            <a:r>
              <a:rPr lang="en-GB" b="1"/>
              <a:t>Our project has been created, and now we can implement the architecture of the adder: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Input ports:</a:t>
            </a:r>
          </a:p>
          <a:p>
            <a:pPr lvl="3"/>
            <a:r>
              <a:rPr lang="en-GB" sz="1600">
                <a:solidFill>
                  <a:schemeClr val="accent2"/>
                </a:solidFill>
              </a:rPr>
              <a:t>A &amp; B, two arrays of 16 bits [15:0]</a:t>
            </a:r>
          </a:p>
          <a:p>
            <a:pPr lvl="3"/>
            <a:r>
              <a:rPr lang="en-GB" sz="1600" err="1">
                <a:solidFill>
                  <a:schemeClr val="accent2"/>
                </a:solidFill>
              </a:rPr>
              <a:t>sel</a:t>
            </a:r>
            <a:r>
              <a:rPr lang="en-GB" sz="1600">
                <a:solidFill>
                  <a:schemeClr val="accent2"/>
                </a:solidFill>
              </a:rPr>
              <a:t>, an array of 2 bits [1:0]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Output ports:</a:t>
            </a:r>
          </a:p>
          <a:p>
            <a:pPr lvl="3"/>
            <a:r>
              <a:rPr lang="en-GB" sz="1600" err="1">
                <a:solidFill>
                  <a:schemeClr val="accent2"/>
                </a:solidFill>
              </a:rPr>
              <a:t>data_out</a:t>
            </a:r>
            <a:r>
              <a:rPr lang="en-GB" sz="1600">
                <a:solidFill>
                  <a:schemeClr val="accent2"/>
                </a:solidFill>
              </a:rPr>
              <a:t>, an array of 16 bits [15:0]</a:t>
            </a:r>
          </a:p>
          <a:p>
            <a:pPr lvl="3"/>
            <a:r>
              <a:rPr lang="en-GB" sz="1600" b="1" err="1">
                <a:solidFill>
                  <a:schemeClr val="accent2"/>
                </a:solidFill>
              </a:rPr>
              <a:t>Cout</a:t>
            </a:r>
            <a:r>
              <a:rPr lang="en-GB" sz="1600">
                <a:solidFill>
                  <a:schemeClr val="accent2"/>
                </a:solidFill>
              </a:rPr>
              <a:t> and </a:t>
            </a:r>
            <a:r>
              <a:rPr lang="en-GB" sz="1600" b="1">
                <a:solidFill>
                  <a:schemeClr val="accent2"/>
                </a:solidFill>
              </a:rPr>
              <a:t>borrow</a:t>
            </a:r>
            <a:r>
              <a:rPr lang="en-GB" sz="1600">
                <a:solidFill>
                  <a:schemeClr val="accent2"/>
                </a:solidFill>
              </a:rPr>
              <a:t>, two single wires</a:t>
            </a:r>
          </a:p>
          <a:p>
            <a:pPr marL="728662" lvl="1" indent="-457200">
              <a:buFont typeface="+mj-lt"/>
              <a:buAutoNum type="arabicPeriod"/>
            </a:pPr>
            <a:r>
              <a:rPr lang="en-GB" sz="2000">
                <a:solidFill>
                  <a:schemeClr val="accent2"/>
                </a:solidFill>
              </a:rPr>
              <a:t>Create the “ALU” block and test it</a:t>
            </a:r>
          </a:p>
          <a:p>
            <a:r>
              <a:rPr lang="en-IT" sz="2400" b="1"/>
              <a:t>Look at the examples seen in </a:t>
            </a:r>
            <a:r>
              <a:rPr lang="en-US" sz="2400" b="1"/>
              <a:t>the previous </a:t>
            </a:r>
          </a:p>
          <a:p>
            <a:pPr marL="0" indent="0">
              <a:buNone/>
            </a:pPr>
            <a:r>
              <a:rPr lang="en-US" sz="2400" b="1"/>
              <a:t>	LAB</a:t>
            </a:r>
            <a:r>
              <a:rPr lang="en-IT" sz="2400" b="1"/>
              <a:t>, and try to do the same steps</a:t>
            </a:r>
            <a:r>
              <a:rPr lang="en-US" sz="2400" b="1"/>
              <a:t>… </a:t>
            </a:r>
            <a:endParaRPr lang="en-GB" sz="2200" b="1">
              <a:solidFill>
                <a:schemeClr val="accent2"/>
              </a:solidFill>
            </a:endParaRPr>
          </a:p>
          <a:p>
            <a:endParaRPr lang="en-IT"/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17ECB4B1-7832-1C50-20D3-A02A0DCA54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9</a:t>
            </a:fld>
            <a:endParaRPr lang="it-IT"/>
          </a:p>
        </p:txBody>
      </p:sp>
      <p:pic>
        <p:nvPicPr>
          <p:cNvPr id="14" name="Picture 4" descr="Your Turn - A GMTK Game Jam 2019 entry by Jowent, ChumasGames">
            <a:extLst>
              <a:ext uri="{FF2B5EF4-FFF2-40B4-BE49-F238E27FC236}">
                <a16:creationId xmlns:a16="http://schemas.microsoft.com/office/drawing/2014/main" id="{56590946-78F6-5F46-B82D-B708DEF2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826" y="2719234"/>
            <a:ext cx="2828794" cy="165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6" descr="Immagine che contiene testo, schermata, diagramma, numero&#10;&#10;Descrizione generata automaticamente">
            <a:extLst>
              <a:ext uri="{FF2B5EF4-FFF2-40B4-BE49-F238E27FC236}">
                <a16:creationId xmlns:a16="http://schemas.microsoft.com/office/drawing/2014/main" id="{3AA4A7C2-E3A6-38EA-189C-CB63981F4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566248"/>
            <a:ext cx="7645400" cy="4232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999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0633-38E2-14D1-2C9A-74199F0B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12E5330-A4C8-58FD-7442-7FE3C825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FA659725-5E5C-2F29-5224-3D6C53FD3C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10</a:t>
            </a:fld>
            <a:endParaRPr lang="it-IT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72CFC45-86BD-5783-4F99-922825565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/>
          <a:p>
            <a:r>
              <a:rPr lang="en-IT" b="1"/>
              <a:t>Simulate the design and verify its correctness</a:t>
            </a:r>
          </a:p>
          <a:p>
            <a:pPr lvl="1"/>
            <a:r>
              <a:rPr lang="en-GB">
                <a:solidFill>
                  <a:schemeClr val="accent2"/>
                </a:solidFill>
              </a:rPr>
              <a:t>Left-click on </a:t>
            </a:r>
            <a:r>
              <a:rPr lang="en-GB" b="1">
                <a:solidFill>
                  <a:schemeClr val="accent2"/>
                </a:solidFill>
              </a:rPr>
              <a:t>Run Simulation </a:t>
            </a:r>
            <a:r>
              <a:rPr lang="en-GB">
                <a:solidFill>
                  <a:schemeClr val="accent2"/>
                </a:solidFill>
              </a:rPr>
              <a:t>in the Flow Navigator</a:t>
            </a:r>
          </a:p>
          <a:p>
            <a:pPr lvl="1"/>
            <a:r>
              <a:rPr lang="en-GB" b="1">
                <a:solidFill>
                  <a:schemeClr val="accent2"/>
                </a:solidFill>
              </a:rPr>
              <a:t>Run </a:t>
            </a:r>
            <a:r>
              <a:rPr lang="en-GB" b="1" err="1">
                <a:solidFill>
                  <a:schemeClr val="accent2"/>
                </a:solidFill>
              </a:rPr>
              <a:t>Behavioral</a:t>
            </a:r>
            <a:r>
              <a:rPr lang="en-GB" b="1">
                <a:solidFill>
                  <a:schemeClr val="accent2"/>
                </a:solidFill>
              </a:rPr>
              <a:t> Simulation</a:t>
            </a:r>
          </a:p>
          <a:p>
            <a:pPr lvl="1"/>
            <a:r>
              <a:rPr lang="en-GB">
                <a:solidFill>
                  <a:schemeClr val="accent2"/>
                </a:solidFill>
              </a:rPr>
              <a:t>Check the waveforms…</a:t>
            </a:r>
          </a:p>
          <a:p>
            <a:pPr lvl="1"/>
            <a:endParaRPr lang="en-GB">
              <a:solidFill>
                <a:schemeClr val="accent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9F526C1-1B6B-3C29-1383-BCD2D5E9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67" y="1577627"/>
            <a:ext cx="5069433" cy="2799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245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CE78-E2AF-EEC2-C868-516A87A8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95A2397-0F6A-5B9D-BFE9-D06E2E6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8A9CF14E-83E7-C2ED-E422-4FA2CAE15D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6CA275-A118-ACF9-3E84-AB3CCCAC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 fontScale="92500" lnSpcReduction="10000"/>
          </a:bodyPr>
          <a:lstStyle/>
          <a:p>
            <a:r>
              <a:rPr lang="en-US" b="1">
                <a:solidFill>
                  <a:schemeClr val="tx2"/>
                </a:solidFill>
              </a:rPr>
              <a:t>The provided testbench finds the value of the expression: </a:t>
            </a:r>
            <a:r>
              <a:rPr lang="en-US" b="1">
                <a:solidFill>
                  <a:schemeClr val="accent2"/>
                </a:solidFill>
              </a:rPr>
              <a:t>(7+2)*3-5 </a:t>
            </a:r>
          </a:p>
          <a:p>
            <a:endParaRPr lang="en-US" b="1">
              <a:solidFill>
                <a:schemeClr val="accent2"/>
              </a:solidFill>
            </a:endParaRPr>
          </a:p>
          <a:p>
            <a:r>
              <a:rPr lang="en-US">
                <a:solidFill>
                  <a:schemeClr val="tx2"/>
                </a:solidFill>
              </a:rPr>
              <a:t>It does it in the following way</a:t>
            </a:r>
            <a:r>
              <a:rPr lang="en-US" b="1">
                <a:solidFill>
                  <a:schemeClr val="tx2"/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A=7</a:t>
            </a:r>
            <a:r>
              <a:rPr lang="en-GB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B=2</a:t>
            </a:r>
            <a:r>
              <a:rPr lang="en-GB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Sel=00 </a:t>
            </a:r>
            <a:r>
              <a:rPr lang="en-GB">
                <a:solidFill>
                  <a:schemeClr val="tx2"/>
                </a:solidFill>
                <a:sym typeface="Wingdings" pitchFamily="2" charset="2"/>
              </a:rPr>
              <a:t> </a:t>
            </a:r>
            <a:r>
              <a:rPr lang="en-GB" b="1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data_out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= </a:t>
            </a:r>
            <a:r>
              <a:rPr lang="en-GB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7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+ </a:t>
            </a:r>
            <a:r>
              <a:rPr lang="en-GB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2</a:t>
            </a:r>
            <a:endParaRPr lang="en-GB" b="1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A=&lt;</a:t>
            </a:r>
            <a:r>
              <a:rPr lang="en-GB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previous_result</a:t>
            </a:r>
            <a:r>
              <a:rPr lang="en-GB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B=3, </a:t>
            </a:r>
            <a:r>
              <a:rPr lang="en-GB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Sel=10 </a:t>
            </a:r>
            <a:r>
              <a:rPr lang="en-GB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GB" b="1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data_out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= </a:t>
            </a:r>
            <a:r>
              <a:rPr lang="en-GB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(7+2) </a:t>
            </a:r>
            <a:r>
              <a:rPr lang="en-GB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GB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A=&lt;</a:t>
            </a:r>
            <a:r>
              <a:rPr lang="en-GB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previous_result</a:t>
            </a:r>
            <a:r>
              <a:rPr lang="en-GB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GB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B=5</a:t>
            </a:r>
            <a:r>
              <a:rPr lang="en-GB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Sel=01 </a:t>
            </a:r>
            <a:r>
              <a:rPr lang="en-GB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 </a:t>
            </a:r>
            <a:r>
              <a:rPr lang="en-GB" b="1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data_out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= </a:t>
            </a:r>
            <a:r>
              <a:rPr lang="en-GB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(7+2)*3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GB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-</a:t>
            </a:r>
            <a:r>
              <a:rPr lang="en-GB" b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GB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5</a:t>
            </a:r>
          </a:p>
          <a:p>
            <a:endParaRPr lang="en-GB" b="1">
              <a:solidFill>
                <a:schemeClr val="tx2"/>
              </a:solidFill>
            </a:endParaRPr>
          </a:p>
          <a:p>
            <a:r>
              <a:rPr lang="en-GB">
                <a:solidFill>
                  <a:schemeClr val="tx2"/>
                </a:solidFill>
              </a:rPr>
              <a:t>Then, it also tests the Logic AND operation…</a:t>
            </a:r>
          </a:p>
          <a:p>
            <a:endParaRPr lang="en-GB" b="1">
              <a:solidFill>
                <a:schemeClr val="tx2"/>
              </a:solidFill>
            </a:endParaRPr>
          </a:p>
          <a:p>
            <a:r>
              <a:rPr lang="en-GB">
                <a:solidFill>
                  <a:schemeClr val="tx2"/>
                </a:solidFill>
              </a:rPr>
              <a:t>Note how the sequence of </a:t>
            </a:r>
            <a:r>
              <a:rPr lang="en-GB">
                <a:solidFill>
                  <a:schemeClr val="accent6"/>
                </a:solidFill>
              </a:rPr>
              <a:t>Sel</a:t>
            </a:r>
            <a:r>
              <a:rPr lang="en-GB">
                <a:solidFill>
                  <a:schemeClr val="tx2"/>
                </a:solidFill>
              </a:rPr>
              <a:t> values determines the sequence of operations performed </a:t>
            </a:r>
            <a:r>
              <a:rPr lang="en-GB">
                <a:solidFill>
                  <a:schemeClr val="tx2"/>
                </a:solidFill>
                <a:sym typeface="Wingdings" pitchFamily="2" charset="2"/>
              </a:rPr>
              <a:t> This is a (super-simplified) form of</a:t>
            </a:r>
            <a:r>
              <a:rPr lang="en-GB" b="1">
                <a:solidFill>
                  <a:schemeClr val="tx2"/>
                </a:solidFill>
                <a:sym typeface="Wingdings" pitchFamily="2" charset="2"/>
              </a:rPr>
              <a:t> </a:t>
            </a:r>
            <a:r>
              <a:rPr lang="en-GB" b="1" u="sng">
                <a:solidFill>
                  <a:schemeClr val="tx2"/>
                </a:solidFill>
                <a:sym typeface="Wingdings" pitchFamily="2" charset="2"/>
              </a:rPr>
              <a:t>computer program</a:t>
            </a:r>
            <a:r>
              <a:rPr lang="en-GB" b="1">
                <a:solidFill>
                  <a:schemeClr val="tx2"/>
                </a:solidFill>
                <a:sym typeface="Wingdings" pitchFamily="2" charset="2"/>
              </a:rPr>
              <a:t>!!!</a:t>
            </a:r>
            <a:endParaRPr lang="en-GB" b="1">
              <a:solidFill>
                <a:schemeClr val="tx2"/>
              </a:solidFill>
            </a:endParaRPr>
          </a:p>
          <a:p>
            <a:pPr lvl="1"/>
            <a:r>
              <a:rPr lang="en-IT"/>
              <a:t>In a “complete” computer, values of A, B, data_out and Sel would be stored in some type of memory</a:t>
            </a:r>
            <a:r>
              <a:rPr lang="en-IT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955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470D-D8AB-007B-9D5E-72BB05B9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C2F4-9803-7948-8A46-965EAF76E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T"/>
              <a:t>Lab 03 Part </a:t>
            </a:r>
            <a:r>
              <a:rPr lang="it-IT"/>
              <a:t>2</a:t>
            </a:r>
            <a:r>
              <a:rPr lang="en-IT"/>
              <a:t>: </a:t>
            </a:r>
            <a:r>
              <a:rPr lang="it-IT" err="1"/>
              <a:t>Implementation</a:t>
            </a:r>
            <a:r>
              <a:rPr lang="it-IT"/>
              <a:t> Trade-</a:t>
            </a:r>
            <a:r>
              <a:rPr lang="it-IT" err="1"/>
              <a:t>offs</a:t>
            </a:r>
            <a:r>
              <a:rPr lang="it-IT"/>
              <a:t> (ALU </a:t>
            </a:r>
            <a:r>
              <a:rPr lang="it-IT" err="1"/>
              <a:t>Example</a:t>
            </a:r>
            <a:r>
              <a:rPr lang="it-IT"/>
              <a:t>)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6018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1C9F-56FA-13EE-2772-47616974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3101A9D-E5DE-A3F6-CB6B-54F37828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Impact of Design </a:t>
            </a:r>
            <a:r>
              <a:rPr lang="it-IT" err="1"/>
              <a:t>Choices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74E881D-AFA0-08BC-CD7A-84D309CAB2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13</a:t>
            </a:fld>
            <a:endParaRPr lang="it-IT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606F5B78-C5B6-3382-EDAB-CDDBB2224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616" y="675474"/>
            <a:ext cx="875270" cy="872354"/>
          </a:xfrm>
          <a:prstGeom prst="rect">
            <a:avLst/>
          </a:prstGeom>
        </p:spPr>
      </p:pic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83A89F8-A430-5E5D-4302-CBEC3B310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176" y="1284918"/>
            <a:ext cx="3901440" cy="284715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/>
              <a:t>Different implementations can lead to the same functionality but, with various performance, area, cost, and power consumption.</a:t>
            </a:r>
          </a:p>
          <a:p>
            <a:pPr marL="0" indent="0" algn="just">
              <a:buNone/>
            </a:pPr>
            <a:endParaRPr lang="en-GB"/>
          </a:p>
          <a:p>
            <a:pPr marL="0" indent="0" algn="ctr">
              <a:buNone/>
            </a:pPr>
            <a:r>
              <a:rPr lang="en-GB" sz="4400">
                <a:solidFill>
                  <a:schemeClr val="accent6">
                    <a:lumMod val="75000"/>
                  </a:schemeClr>
                </a:solidFill>
              </a:rPr>
              <a:t>Design Space Exploration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2FEAB8-EBF8-BE08-CD6B-3BC655A3D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55" y="1284918"/>
            <a:ext cx="3456121" cy="277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01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5E78-2858-07F2-2CD7-2BE973C5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08D554-B0E1-53FD-E9AB-4383AF17E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Example</a:t>
            </a:r>
            <a:r>
              <a:rPr lang="it-IT"/>
              <a:t>: </a:t>
            </a:r>
            <a:r>
              <a:rPr lang="it-IT" err="1"/>
              <a:t>Adder</a:t>
            </a:r>
            <a:r>
              <a:rPr lang="it-IT"/>
              <a:t> </a:t>
            </a:r>
            <a:r>
              <a:rPr lang="it-IT" err="1"/>
              <a:t>Architectures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1E8C41-51A8-1C1D-9726-14C5691289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14</a:t>
            </a:fld>
            <a:endParaRPr lang="it-IT"/>
          </a:p>
        </p:txBody>
      </p:sp>
      <p:pic>
        <p:nvPicPr>
          <p:cNvPr id="11" name="Immagine 10" descr="Immagine che contiene testo, diagramma, Piano, Disegno tecnico&#10;&#10;Descrizione generata automaticamente">
            <a:extLst>
              <a:ext uri="{FF2B5EF4-FFF2-40B4-BE49-F238E27FC236}">
                <a16:creationId xmlns:a16="http://schemas.microsoft.com/office/drawing/2014/main" id="{C832169D-19A8-6AC3-2AE7-749EB6D59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22518"/>
          <a:stretch/>
        </p:blipFill>
        <p:spPr>
          <a:xfrm>
            <a:off x="444478" y="2117491"/>
            <a:ext cx="3716043" cy="1585829"/>
          </a:xfrm>
          <a:prstGeom prst="rect">
            <a:avLst/>
          </a:prstGeom>
        </p:spPr>
      </p:pic>
      <p:pic>
        <p:nvPicPr>
          <p:cNvPr id="13" name="Immagine 12" descr="Immagine che contiene diagramma, Piano, Disegno tecnico, schematico&#10;&#10;Descrizione generata automaticamente">
            <a:extLst>
              <a:ext uri="{FF2B5EF4-FFF2-40B4-BE49-F238E27FC236}">
                <a16:creationId xmlns:a16="http://schemas.microsoft.com/office/drawing/2014/main" id="{4F843B2D-880B-640F-A910-2BD8E9E73E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481" y="1968701"/>
            <a:ext cx="3591422" cy="2228197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8B9112D2-48FD-4B7C-7D9F-111A8FC5A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778" y="946602"/>
            <a:ext cx="3615442" cy="9023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>
                <a:solidFill>
                  <a:schemeClr val="tx1"/>
                </a:solidFill>
              </a:rPr>
              <a:t>The </a:t>
            </a:r>
            <a:r>
              <a:rPr lang="en-GB" b="1">
                <a:solidFill>
                  <a:schemeClr val="accent1"/>
                </a:solidFill>
              </a:rPr>
              <a:t>Ripple Carry Adder </a:t>
            </a:r>
            <a:r>
              <a:rPr lang="en-GB">
                <a:solidFill>
                  <a:schemeClr val="tx1"/>
                </a:solidFill>
              </a:rPr>
              <a:t>(seen in lab2) is </a:t>
            </a:r>
            <a:r>
              <a:rPr lang="en-GB" b="1">
                <a:solidFill>
                  <a:schemeClr val="accent6"/>
                </a:solidFill>
              </a:rPr>
              <a:t>simple</a:t>
            </a:r>
            <a:r>
              <a:rPr lang="en-GB">
                <a:solidFill>
                  <a:schemeClr val="tx1"/>
                </a:solidFill>
              </a:rPr>
              <a:t>, </a:t>
            </a:r>
            <a:r>
              <a:rPr lang="en-GB" b="1">
                <a:solidFill>
                  <a:schemeClr val="accent6"/>
                </a:solidFill>
              </a:rPr>
              <a:t>small</a:t>
            </a:r>
            <a:r>
              <a:rPr lang="en-GB">
                <a:solidFill>
                  <a:schemeClr val="tx1"/>
                </a:solidFill>
              </a:rPr>
              <a:t> but </a:t>
            </a:r>
            <a:r>
              <a:rPr lang="en-GB" b="1">
                <a:solidFill>
                  <a:schemeClr val="accent6"/>
                </a:solidFill>
              </a:rPr>
              <a:t>slow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DDFA8E3-6EAF-64A1-C9CB-580C5F57358D}"/>
              </a:ext>
            </a:extLst>
          </p:cNvPr>
          <p:cNvSpPr txBox="1">
            <a:spLocks/>
          </p:cNvSpPr>
          <p:nvPr/>
        </p:nvSpPr>
        <p:spPr>
          <a:xfrm>
            <a:off x="4841310" y="946602"/>
            <a:ext cx="3875764" cy="902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>
                <a:solidFill>
                  <a:schemeClr val="tx1"/>
                </a:solidFill>
              </a:rPr>
              <a:t>Alternative: </a:t>
            </a:r>
            <a:r>
              <a:rPr lang="en-GB" b="1">
                <a:solidFill>
                  <a:schemeClr val="accent1"/>
                </a:solidFill>
              </a:rPr>
              <a:t>Carry Look-Ahead Adder</a:t>
            </a:r>
            <a:r>
              <a:rPr lang="en-GB" b="1">
                <a:solidFill>
                  <a:schemeClr val="tx1"/>
                </a:solidFill>
              </a:rPr>
              <a:t>: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b="1">
                <a:solidFill>
                  <a:schemeClr val="accent6"/>
                </a:solidFill>
              </a:rPr>
              <a:t>complex</a:t>
            </a:r>
            <a:r>
              <a:rPr lang="en-GB">
                <a:solidFill>
                  <a:schemeClr val="tx1"/>
                </a:solidFill>
              </a:rPr>
              <a:t>, </a:t>
            </a:r>
            <a:r>
              <a:rPr lang="en-GB" b="1">
                <a:solidFill>
                  <a:schemeClr val="accent6"/>
                </a:solidFill>
              </a:rPr>
              <a:t>big</a:t>
            </a:r>
            <a:r>
              <a:rPr lang="en-GB">
                <a:solidFill>
                  <a:schemeClr val="tx1"/>
                </a:solidFill>
              </a:rPr>
              <a:t> but </a:t>
            </a:r>
            <a:r>
              <a:rPr lang="en-GB" b="1">
                <a:solidFill>
                  <a:schemeClr val="accent6"/>
                </a:solidFill>
              </a:rPr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290305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ADAB-5EF3-28C3-91B4-BDCE3950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The Clock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8B97F-3805-5C93-6C82-0EE8DD343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a block of combinational logic, like an adder, the EDA tool will try to make sure that </a:t>
            </a:r>
            <a:r>
              <a:rPr lang="en-US" b="1" dirty="0"/>
              <a:t>all changes in the input bits propagate to the output before the end of the clock period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A shorter clock period requires a faster circuit </a:t>
            </a:r>
            <a:r>
              <a:rPr lang="en-US" b="1" dirty="0">
                <a:solidFill>
                  <a:srgbClr val="C00000"/>
                </a:solidFill>
                <a:sym typeface="Wingdings" pitchFamily="2" charset="2"/>
              </a:rPr>
              <a:t> Which means possibly larger and consuming more power.</a:t>
            </a:r>
            <a:endParaRPr lang="en-IT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86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F6DE-F882-06E0-644B-F8D7C878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5E3B-62AE-9631-6AB1-A88AC4F9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1D394-E610-85A1-51FC-AD08AF0D1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/>
              <a:t>Let’s explore implementation tradeoffs by </a:t>
            </a:r>
            <a:r>
              <a:rPr lang="en-IT" b="1"/>
              <a:t>adding some memories at the input and output of our ALU</a:t>
            </a:r>
          </a:p>
          <a:p>
            <a:endParaRPr lang="en-IT" b="1"/>
          </a:p>
          <a:p>
            <a:pPr marL="457200" indent="-457200">
              <a:buFont typeface="+mj-lt"/>
              <a:buAutoNum type="arabicPeriod"/>
            </a:pPr>
            <a:r>
              <a:rPr lang="en-IT"/>
              <a:t>Open your Block Design:</a:t>
            </a:r>
          </a:p>
          <a:p>
            <a:pPr marL="457200" indent="-457200">
              <a:buFont typeface="+mj-lt"/>
              <a:buAutoNum type="arabicPeriod"/>
            </a:pPr>
            <a:endParaRPr lang="en-IT"/>
          </a:p>
          <a:p>
            <a:pPr marL="457200" indent="-457200">
              <a:buFont typeface="+mj-lt"/>
              <a:buAutoNum type="arabicPeriod"/>
            </a:pPr>
            <a:r>
              <a:rPr lang="en-IT"/>
              <a:t>Add two </a:t>
            </a:r>
            <a:r>
              <a:rPr lang="en-IT" b="1"/>
              <a:t>modules of type “register” </a:t>
            </a:r>
            <a:r>
              <a:rPr lang="en-IT"/>
              <a:t>between the ports A and B,  and the inputs of the adder/subtractor/multiplier/AND blocks.</a:t>
            </a:r>
          </a:p>
          <a:p>
            <a:pPr marL="457200" indent="-457200">
              <a:buFont typeface="+mj-lt"/>
              <a:buAutoNum type="arabicPeriod"/>
            </a:pPr>
            <a:endParaRPr lang="en-IT"/>
          </a:p>
          <a:p>
            <a:pPr marL="0" indent="0">
              <a:buNone/>
            </a:pPr>
            <a:endParaRPr lang="en-IT"/>
          </a:p>
          <a:p>
            <a:pPr marL="457200" indent="-457200">
              <a:buFont typeface="+mj-lt"/>
              <a:buAutoNum type="arabicPeriod"/>
            </a:pPr>
            <a:endParaRPr lang="en-IT"/>
          </a:p>
          <a:p>
            <a:pPr marL="457200" indent="-457200">
              <a:buFont typeface="+mj-lt"/>
              <a:buAutoNum type="arabicPeriod"/>
            </a:pPr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4F1BA-4D1F-7BE4-C9D2-3947A6087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85" y="3331502"/>
            <a:ext cx="2629397" cy="1145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CD208F-1ECA-3558-3FC6-2822CBB4D60E}"/>
              </a:ext>
            </a:extLst>
          </p:cNvPr>
          <p:cNvSpPr txBox="1"/>
          <p:nvPr/>
        </p:nvSpPr>
        <p:spPr>
          <a:xfrm>
            <a:off x="1926809" y="3776626"/>
            <a:ext cx="1222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rgbClr val="C00000"/>
                </a:solidFill>
              </a:rPr>
              <a:t>Port A or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6179E-10CE-9D29-94D4-B4E1028C3CE6}"/>
              </a:ext>
            </a:extLst>
          </p:cNvPr>
          <p:cNvSpPr txBox="1"/>
          <p:nvPr/>
        </p:nvSpPr>
        <p:spPr>
          <a:xfrm>
            <a:off x="5660472" y="3591960"/>
            <a:ext cx="280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rgbClr val="C00000"/>
                </a:solidFill>
              </a:rPr>
              <a:t>Inputs to add/sub/mul/and</a:t>
            </a:r>
          </a:p>
        </p:txBody>
      </p:sp>
    </p:spTree>
    <p:extLst>
      <p:ext uri="{BB962C8B-B14F-4D97-AF65-F5344CB8AC3E}">
        <p14:creationId xmlns:p14="http://schemas.microsoft.com/office/powerpoint/2010/main" val="2794348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396D-D029-D4EC-468A-D74C3F35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3482-3530-695A-8682-E2607353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3E79-09B9-E0AB-1FBE-C3833E677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IT"/>
              <a:t>Add another “register” between the output of the MUX and the data_out port.</a:t>
            </a:r>
          </a:p>
          <a:p>
            <a:pPr marL="457200" indent="-457200">
              <a:buFont typeface="+mj-lt"/>
              <a:buAutoNum type="arabicPeriod" startAt="3"/>
            </a:pPr>
            <a:endParaRPr lang="en-IT"/>
          </a:p>
          <a:p>
            <a:pPr marL="457200" indent="-457200">
              <a:buFont typeface="+mj-lt"/>
              <a:buAutoNum type="arabicPeriod" startAt="3"/>
            </a:pPr>
            <a:endParaRPr lang="en-IT"/>
          </a:p>
          <a:p>
            <a:pPr marL="457200" indent="-457200">
              <a:buFont typeface="+mj-lt"/>
              <a:buAutoNum type="arabicPeriod" startAt="3"/>
            </a:pPr>
            <a:endParaRPr lang="en-IT"/>
          </a:p>
          <a:p>
            <a:pPr marL="457200" indent="-457200">
              <a:buFont typeface="+mj-lt"/>
              <a:buAutoNum type="arabicPeriod" startAt="3"/>
            </a:pPr>
            <a:r>
              <a:rPr lang="en-IT"/>
              <a:t>Create two new single-bit Input Ports and call them </a:t>
            </a:r>
            <a:r>
              <a:rPr lang="en-IT" b="1"/>
              <a:t>clk </a:t>
            </a:r>
            <a:r>
              <a:rPr lang="en-IT"/>
              <a:t>and</a:t>
            </a:r>
            <a:r>
              <a:rPr lang="en-IT" b="1"/>
              <a:t> rst</a:t>
            </a:r>
            <a:r>
              <a:rPr lang="en-IT"/>
              <a:t> </a:t>
            </a:r>
          </a:p>
          <a:p>
            <a:pPr lvl="1"/>
            <a:r>
              <a:rPr lang="en-GB" b="1">
                <a:solidFill>
                  <a:schemeClr val="accent6">
                    <a:lumMod val="50000"/>
                  </a:schemeClr>
                </a:solidFill>
              </a:rPr>
              <a:t>c</a:t>
            </a:r>
            <a:r>
              <a:rPr lang="en-IT" b="1">
                <a:solidFill>
                  <a:schemeClr val="accent6">
                    <a:lumMod val="50000"/>
                  </a:schemeClr>
                </a:solidFill>
              </a:rPr>
              <a:t>lk</a:t>
            </a:r>
            <a:r>
              <a:rPr lang="en-IT">
                <a:solidFill>
                  <a:schemeClr val="accent6">
                    <a:lumMod val="50000"/>
                  </a:schemeClr>
                </a:solidFill>
              </a:rPr>
              <a:t> will be our clock signal</a:t>
            </a:r>
          </a:p>
          <a:p>
            <a:pPr lvl="1"/>
            <a:r>
              <a:rPr lang="en-GB" b="1">
                <a:solidFill>
                  <a:schemeClr val="accent6">
                    <a:lumMod val="50000"/>
                  </a:schemeClr>
                </a:solidFill>
              </a:rPr>
              <a:t>r</a:t>
            </a:r>
            <a:r>
              <a:rPr lang="en-IT" b="1">
                <a:solidFill>
                  <a:schemeClr val="accent6">
                    <a:lumMod val="50000"/>
                  </a:schemeClr>
                </a:solidFill>
              </a:rPr>
              <a:t>st</a:t>
            </a:r>
            <a:r>
              <a:rPr lang="en-IT">
                <a:solidFill>
                  <a:schemeClr val="accent6">
                    <a:lumMod val="50000"/>
                  </a:schemeClr>
                </a:solidFill>
              </a:rPr>
              <a:t> is a reset signal (we will not use it…)</a:t>
            </a:r>
          </a:p>
          <a:p>
            <a:pPr lvl="1"/>
            <a:endParaRPr lang="en-IT" b="1"/>
          </a:p>
          <a:p>
            <a:pPr marL="457200" indent="-457200">
              <a:buFont typeface="+mj-lt"/>
              <a:buAutoNum type="arabicPeriod" startAt="5"/>
            </a:pPr>
            <a:r>
              <a:rPr lang="en-IT" b="1"/>
              <a:t>Connect clk and rst </a:t>
            </a:r>
            <a:r>
              <a:rPr lang="en-IT"/>
              <a:t>to the corresponding ports of all three registers.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80B27-0C02-0ECA-FFD3-0184684A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586" y="1311870"/>
            <a:ext cx="2629397" cy="11452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F3EF0-A99C-E504-2593-F055DFEBA373}"/>
              </a:ext>
            </a:extLst>
          </p:cNvPr>
          <p:cNvSpPr txBox="1"/>
          <p:nvPr/>
        </p:nvSpPr>
        <p:spPr>
          <a:xfrm>
            <a:off x="5280743" y="1580279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d</a:t>
            </a:r>
            <a:r>
              <a:rPr lang="en-IT" b="1">
                <a:solidFill>
                  <a:srgbClr val="C00000"/>
                </a:solidFill>
              </a:rPr>
              <a:t>ata_out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A7F3E-2205-8F95-C408-6E8298155235}"/>
              </a:ext>
            </a:extLst>
          </p:cNvPr>
          <p:cNvSpPr txBox="1"/>
          <p:nvPr/>
        </p:nvSpPr>
        <p:spPr>
          <a:xfrm>
            <a:off x="622349" y="1764945"/>
            <a:ext cx="22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b="1">
                <a:solidFill>
                  <a:srgbClr val="C00000"/>
                </a:solidFill>
              </a:rPr>
              <a:t>Output of multiplexer</a:t>
            </a:r>
          </a:p>
        </p:txBody>
      </p:sp>
    </p:spTree>
    <p:extLst>
      <p:ext uri="{BB962C8B-B14F-4D97-AF65-F5344CB8AC3E}">
        <p14:creationId xmlns:p14="http://schemas.microsoft.com/office/powerpoint/2010/main" val="1255090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DE44-5BC7-B83C-A540-3EB14C8C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984B-B38A-3DE7-16ED-E20F15B1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Adding Memory Elements to our ALU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29F4-E104-AA35-070A-F707175A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Final block design:</a:t>
            </a:r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224D-CCEB-4A75-C66B-762C9120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7841"/>
            <a:ext cx="7772400" cy="344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9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6F73-186C-2E56-6C65-A5607F29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FF8B-C436-C0D1-B94F-7FDF2D71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Setting Clock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52C78-B9A5-89BB-050B-A9C43AEE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Now, we need to tell the EDA tool </a:t>
            </a:r>
            <a:r>
              <a:rPr lang="en-US" b="1"/>
              <a:t>how fast we want our clock period to be.</a:t>
            </a:r>
          </a:p>
          <a:p>
            <a:r>
              <a:rPr lang="en-US"/>
              <a:t>Under Sources/Constraints, open the </a:t>
            </a:r>
            <a:r>
              <a:rPr lang="en-US" b="1" err="1"/>
              <a:t>clk_constr.xdc</a:t>
            </a:r>
            <a:r>
              <a:rPr lang="en-US" b="1"/>
              <a:t> </a:t>
            </a:r>
            <a:r>
              <a:rPr lang="en-US"/>
              <a:t>file.</a:t>
            </a:r>
            <a:endParaRPr lang="en-IT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13789-DAF6-50B9-6E40-2F793D40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76" y="1694656"/>
            <a:ext cx="3597247" cy="24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6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A73C8-D8D7-7A58-7D7D-8C99AC16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2898-8A14-3ECE-256D-087EABF1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Setting Clock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5DECD-8385-1B5E-7976-D796E44F0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Modify the line of text contained in the file as follows: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create_clock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–name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–period 10 [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get_ports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/>
              <a:t>This means we are asking the tool to make sure all logic changes propagate in </a:t>
            </a:r>
            <a:r>
              <a:rPr lang="en-US" b="1"/>
              <a:t>less than 10 ns</a:t>
            </a:r>
            <a:r>
              <a:rPr lang="en-US"/>
              <a:t>. 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IT" b="1"/>
          </a:p>
        </p:txBody>
      </p:sp>
    </p:spTree>
    <p:extLst>
      <p:ext uri="{BB962C8B-B14F-4D97-AF65-F5344CB8AC3E}">
        <p14:creationId xmlns:p14="http://schemas.microsoft.com/office/powerpoint/2010/main" val="3321310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3CF5-2928-0083-A37E-93201CCD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F10B13B8-95D6-EB33-E086-D8E83549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/>
              <a:t>Implement the Circuit 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320094-DA41-B5B8-DDAD-9435DA47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68" y="1143001"/>
            <a:ext cx="2819400" cy="2061210"/>
          </a:xfrm>
        </p:spPr>
        <p:txBody>
          <a:bodyPr/>
          <a:lstStyle/>
          <a:p>
            <a:pPr algn="just"/>
            <a:r>
              <a:rPr lang="en-GB"/>
              <a:t>Click on “Run Implementation” and the EDA Tool will generate the final circuit that can run on the board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CF1BE6A3-E22B-BDF6-9DB2-1C3A7CEF4A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21</a:t>
            </a:fld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F55FFBF-A704-A677-33C5-AAD27624D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025" y="889683"/>
            <a:ext cx="5576007" cy="3136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24672BF-B8E6-25EA-4D5F-ACB1B13F1319}"/>
              </a:ext>
            </a:extLst>
          </p:cNvPr>
          <p:cNvSpPr/>
          <p:nvPr/>
        </p:nvSpPr>
        <p:spPr>
          <a:xfrm>
            <a:off x="3317025" y="2990205"/>
            <a:ext cx="632738" cy="83048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3" name="Connettore curvo 2">
            <a:extLst>
              <a:ext uri="{FF2B5EF4-FFF2-40B4-BE49-F238E27FC236}">
                <a16:creationId xmlns:a16="http://schemas.microsoft.com/office/drawing/2014/main" id="{CB7019E4-341C-A43D-F6A6-B59C0FFDD481}"/>
              </a:ext>
            </a:extLst>
          </p:cNvPr>
          <p:cNvCxnSpPr>
            <a:cxnSpLocks/>
          </p:cNvCxnSpPr>
          <p:nvPr/>
        </p:nvCxnSpPr>
        <p:spPr>
          <a:xfrm>
            <a:off x="1819275" y="2876550"/>
            <a:ext cx="1371600" cy="155179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68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6DE3-8C7D-38AF-306F-52D94A4F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E87AD217-8DE0-4BB7-09A2-10A9589E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842"/>
            <a:ext cx="8382000" cy="460771"/>
          </a:xfrm>
        </p:spPr>
        <p:txBody>
          <a:bodyPr/>
          <a:lstStyle/>
          <a:p>
            <a:r>
              <a:rPr lang="en-GB"/>
              <a:t>Timing &amp; Area Reports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ADBB7C-9763-581C-1949-438F242B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67" y="761678"/>
            <a:ext cx="3301857" cy="273689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/>
              <a:t>The EDA Tool produces the </a:t>
            </a:r>
            <a:r>
              <a:rPr lang="en-GB" i="1"/>
              <a:t>“reports”</a:t>
            </a:r>
            <a:r>
              <a:rPr lang="en-GB"/>
              <a:t> that contain useful information on the </a:t>
            </a:r>
            <a:r>
              <a:rPr lang="en-GB" b="1">
                <a:solidFill>
                  <a:schemeClr val="accent3"/>
                </a:solidFill>
              </a:rPr>
              <a:t>area</a:t>
            </a:r>
            <a:r>
              <a:rPr lang="en-GB"/>
              <a:t> (i.e. circuit size) and </a:t>
            </a:r>
            <a:r>
              <a:rPr lang="en-GB" b="1">
                <a:solidFill>
                  <a:schemeClr val="accent3"/>
                </a:solidFill>
              </a:rPr>
              <a:t>timing</a:t>
            </a:r>
            <a:r>
              <a:rPr lang="en-GB"/>
              <a:t>  (i.e. circuit speed) of our design</a:t>
            </a:r>
          </a:p>
          <a:p>
            <a:pPr algn="just"/>
            <a:endParaRPr lang="en-GB">
              <a:solidFill>
                <a:schemeClr val="accent6">
                  <a:lumMod val="75000"/>
                </a:schemeClr>
              </a:solidFill>
            </a:endParaRPr>
          </a:p>
          <a:p>
            <a:pPr lvl="1" algn="just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Under implementation:</a:t>
            </a:r>
          </a:p>
          <a:p>
            <a:pPr marL="784225" lvl="2" indent="-342900" algn="just">
              <a:buFont typeface="+mj-lt"/>
              <a:buAutoNum type="alphaLcParenR"/>
            </a:pPr>
            <a:r>
              <a:rPr lang="en-GB" b="1">
                <a:solidFill>
                  <a:schemeClr val="accent6">
                    <a:lumMod val="75000"/>
                  </a:schemeClr>
                </a:solidFill>
              </a:rPr>
              <a:t>Report Timing Summary</a:t>
            </a:r>
          </a:p>
          <a:p>
            <a:pPr marL="784225" lvl="2" indent="-342900" algn="just">
              <a:buFont typeface="+mj-lt"/>
              <a:buAutoNum type="alphaLcParenR"/>
            </a:pPr>
            <a:r>
              <a:rPr lang="en-GB" b="1">
                <a:solidFill>
                  <a:schemeClr val="accent6">
                    <a:lumMod val="75000"/>
                  </a:schemeClr>
                </a:solidFill>
              </a:rPr>
              <a:t>Report Utilization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16B79018-D0D4-9468-89A0-B65104A9AB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22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A4752CE-4A16-75DA-8133-FDF47B4F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4" y="2406711"/>
            <a:ext cx="5111116" cy="1226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E38286B-6BFA-0595-4AFE-ACFCABF0D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859650"/>
            <a:ext cx="4645024" cy="1114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2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D163-C38F-A616-5A58-8DA4A5C1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B7743D6C-C785-E3EF-B232-BD0654F8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/>
              <a:t>Timing &amp; Area Reports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C4A83C8-C17F-967A-655B-0409597D8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/>
          <a:p>
            <a:r>
              <a:rPr lang="en-GB"/>
              <a:t>What should you look at?</a:t>
            </a:r>
          </a:p>
          <a:p>
            <a:r>
              <a:rPr lang="en-GB" b="1"/>
              <a:t>Timing report:</a:t>
            </a:r>
          </a:p>
          <a:p>
            <a:pPr lvl="1"/>
            <a:r>
              <a:rPr lang="en-GB" b="1"/>
              <a:t> </a:t>
            </a:r>
            <a:r>
              <a:rPr lang="en-GB"/>
              <a:t>The number reported as “WNS” (Worst Negative Slack) is related to the </a:t>
            </a:r>
            <a:r>
              <a:rPr lang="en-GB" b="1"/>
              <a:t>“remaining time available” </a:t>
            </a:r>
            <a:r>
              <a:rPr lang="en-GB"/>
              <a:t>in the clock period, when all transitions have finished propagating.</a:t>
            </a:r>
          </a:p>
          <a:p>
            <a:pPr lvl="1"/>
            <a:r>
              <a:rPr lang="en-GB"/>
              <a:t>A positive number indicates that the tool </a:t>
            </a:r>
            <a:r>
              <a:rPr lang="en-GB" b="1">
                <a:solidFill>
                  <a:schemeClr val="accent6"/>
                </a:solidFill>
              </a:rPr>
              <a:t>successfully respected </a:t>
            </a:r>
            <a:r>
              <a:rPr lang="en-GB"/>
              <a:t>the imposed constraint.</a:t>
            </a:r>
          </a:p>
          <a:p>
            <a:pPr lvl="1"/>
            <a:endParaRPr lang="en-GB"/>
          </a:p>
          <a:p>
            <a:r>
              <a:rPr lang="en-GB" b="1"/>
              <a:t>Area Report:</a:t>
            </a:r>
          </a:p>
          <a:p>
            <a:pPr lvl="1"/>
            <a:r>
              <a:rPr lang="en-GB"/>
              <a:t>The number reported under “LUTS” (Look-up Tables) is related to the </a:t>
            </a:r>
            <a:r>
              <a:rPr lang="en-GB" b="1">
                <a:solidFill>
                  <a:schemeClr val="accent6"/>
                </a:solidFill>
              </a:rPr>
              <a:t>number of logic gates</a:t>
            </a:r>
            <a:r>
              <a:rPr lang="en-GB">
                <a:solidFill>
                  <a:schemeClr val="accent6"/>
                </a:solidFill>
              </a:rPr>
              <a:t> </a:t>
            </a:r>
            <a:r>
              <a:rPr lang="en-GB"/>
              <a:t>included in the final version of your circuit implemented by the tool</a:t>
            </a:r>
          </a:p>
        </p:txBody>
      </p:sp>
      <p:sp>
        <p:nvSpPr>
          <p:cNvPr id="34" name="Segnaposto numero diapositiva 3">
            <a:extLst>
              <a:ext uri="{FF2B5EF4-FFF2-40B4-BE49-F238E27FC236}">
                <a16:creationId xmlns:a16="http://schemas.microsoft.com/office/drawing/2014/main" id="{A8FB1E4F-9BF4-EBF9-4533-C9282B4309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5172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AC8C-B035-E668-61C4-8D7076C1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CACC4CA-748B-9C2D-63A0-466F9FCB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Verify the Design (Simulation)</a:t>
            </a:r>
          </a:p>
        </p:txBody>
      </p:sp>
      <p:sp>
        <p:nvSpPr>
          <p:cNvPr id="3" name="Segnaposto numero diapositiva 3">
            <a:extLst>
              <a:ext uri="{FF2B5EF4-FFF2-40B4-BE49-F238E27FC236}">
                <a16:creationId xmlns:a16="http://schemas.microsoft.com/office/drawing/2014/main" id="{9E2F9888-3EA4-7DAC-8DEE-BBA2622371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24</a:t>
            </a:fld>
            <a:endParaRPr lang="it-IT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D0BDB85-2C0A-72F0-632D-189FAF6A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/>
          <a:lstStyle/>
          <a:p>
            <a:r>
              <a:rPr lang="en-IT" b="1"/>
              <a:t>Now, change the constraint to: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create_clock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–name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–period 1 [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get_ports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clk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271462" lvl="1" indent="0">
              <a:buNone/>
            </a:pPr>
            <a:endParaRPr lang="en-IT" b="1"/>
          </a:p>
          <a:p>
            <a:r>
              <a:rPr lang="en-IT"/>
              <a:t>This will try to make your circuit run </a:t>
            </a:r>
            <a:r>
              <a:rPr lang="en-IT" b="1">
                <a:solidFill>
                  <a:srgbClr val="C00000"/>
                </a:solidFill>
              </a:rPr>
              <a:t>10 times faster</a:t>
            </a:r>
            <a:r>
              <a:rPr lang="en-IT"/>
              <a:t>!!!</a:t>
            </a:r>
          </a:p>
          <a:p>
            <a:endParaRPr lang="en-IT" b="1"/>
          </a:p>
          <a:p>
            <a:r>
              <a:rPr lang="en-IT" b="1"/>
              <a:t>Synthesize and Implement the design again!</a:t>
            </a:r>
          </a:p>
          <a:p>
            <a:pPr lvl="1"/>
            <a:r>
              <a:rPr lang="en-GB">
                <a:solidFill>
                  <a:schemeClr val="accent2"/>
                </a:solidFill>
              </a:rPr>
              <a:t>How does the area (number of LUTs) change?</a:t>
            </a:r>
          </a:p>
          <a:p>
            <a:pPr lvl="1"/>
            <a:r>
              <a:rPr lang="en-GB">
                <a:solidFill>
                  <a:schemeClr val="accent2"/>
                </a:solidFill>
              </a:rPr>
              <a:t>Do you see some negative value (in red) under WNS? What does it mean?</a:t>
            </a:r>
          </a:p>
          <a:p>
            <a:pPr lvl="1"/>
            <a:endParaRPr lang="en-GB" b="1"/>
          </a:p>
          <a:p>
            <a:pPr lvl="1"/>
            <a:endParaRPr lang="en-IT" b="1"/>
          </a:p>
        </p:txBody>
      </p:sp>
    </p:spTree>
    <p:extLst>
      <p:ext uri="{BB962C8B-B14F-4D97-AF65-F5344CB8AC3E}">
        <p14:creationId xmlns:p14="http://schemas.microsoft.com/office/powerpoint/2010/main" val="1553067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C054D-E0BF-F863-1517-0F01A495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FC42-F17D-3CD9-C689-CF4F7622C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/>
              <a:t>Lab 03 Part </a:t>
            </a:r>
            <a:r>
              <a:rPr lang="it-IT"/>
              <a:t>3</a:t>
            </a:r>
            <a:r>
              <a:rPr lang="en-IT"/>
              <a:t>: A simple </a:t>
            </a:r>
            <a:r>
              <a:rPr lang="it-IT" err="1"/>
              <a:t>SoC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0509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D41E-1484-D907-9E9E-41A2FE4D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B73187D-A291-8FC8-90A5-464CA60A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err="1"/>
              <a:t>Laboratory</a:t>
            </a:r>
            <a:r>
              <a:rPr lang="it-IT"/>
              <a:t>: An </a:t>
            </a:r>
            <a:r>
              <a:rPr lang="it-IT" err="1"/>
              <a:t>SoC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995729-5075-9E0B-7FEC-1BFCCACA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902704"/>
            <a:ext cx="4671785" cy="333809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GB" sz="2400"/>
              <a:t>We aim to design a small SoC capable of driving the LEDs on the board.</a:t>
            </a:r>
          </a:p>
          <a:p>
            <a:pPr lvl="1"/>
            <a:r>
              <a:rPr lang="en-GB" sz="2000"/>
              <a:t>For this laboratory, our SoC will include:</a:t>
            </a:r>
          </a:p>
          <a:p>
            <a:pPr lvl="1"/>
            <a:r>
              <a:rPr lang="en-GB" sz="2000"/>
              <a:t>One processing </a:t>
            </a:r>
            <a:r>
              <a:rPr lang="en-GB" sz="2000" b="1"/>
              <a:t>core</a:t>
            </a:r>
            <a:r>
              <a:rPr lang="en-GB" sz="2000"/>
              <a:t>.</a:t>
            </a:r>
          </a:p>
          <a:p>
            <a:pPr lvl="1"/>
            <a:r>
              <a:rPr lang="en-GB" sz="2000"/>
              <a:t>A </a:t>
            </a:r>
            <a:r>
              <a:rPr lang="en-GB" sz="2000" b="1">
                <a:solidFill>
                  <a:srgbClr val="C00000"/>
                </a:solidFill>
              </a:rPr>
              <a:t>timer</a:t>
            </a:r>
            <a:r>
              <a:rPr lang="en-GB" sz="2000"/>
              <a:t> peripheral </a:t>
            </a:r>
          </a:p>
          <a:p>
            <a:pPr lvl="1"/>
            <a:r>
              <a:rPr lang="en-GB" sz="2000"/>
              <a:t>A set of </a:t>
            </a:r>
            <a:r>
              <a:rPr lang="en-GB" sz="2000" b="1">
                <a:solidFill>
                  <a:srgbClr val="C00000"/>
                </a:solidFill>
              </a:rPr>
              <a:t>GPIO</a:t>
            </a:r>
            <a:r>
              <a:rPr lang="en-GB" sz="2000"/>
              <a:t> peripherals</a:t>
            </a:r>
          </a:p>
          <a:p>
            <a:pPr lvl="1" algn="just"/>
            <a:r>
              <a:rPr lang="en-GB" sz="2000"/>
              <a:t>A </a:t>
            </a:r>
            <a:r>
              <a:rPr lang="en-GB" sz="2000" b="1"/>
              <a:t>memory</a:t>
            </a:r>
            <a:r>
              <a:rPr lang="en-GB" sz="2000"/>
              <a:t> to store the data needed by the core, and the </a:t>
            </a:r>
            <a:r>
              <a:rPr lang="en-GB" sz="2000" b="1">
                <a:solidFill>
                  <a:schemeClr val="accent3"/>
                </a:solidFill>
              </a:rPr>
              <a:t>code of the program </a:t>
            </a:r>
            <a:r>
              <a:rPr lang="en-GB" sz="2000"/>
              <a:t>that it will execute</a:t>
            </a:r>
            <a:endParaRPr lang="en-GB" sz="24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F1D9755-683E-66AD-911F-880F0CEFA1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26</a:t>
            </a:fld>
            <a:endParaRPr lang="it-IT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F732A14-7E7B-233F-965C-680EDC27F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134498"/>
            <a:ext cx="4397587" cy="287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3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DDBD-3756-6261-B8C5-186C5679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DFA8EE1-A6D5-991D-434A-B2DC2709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GPIO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C3F7096-D3C3-4EA0-A442-7E2F004D4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74290"/>
            <a:ext cx="8684342" cy="346650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b="1"/>
              <a:t>General Purpose IOs (GPIOs) </a:t>
            </a:r>
            <a:r>
              <a:rPr lang="en-GB"/>
              <a:t>are simple peripherals that allow a SoC to </a:t>
            </a:r>
            <a:r>
              <a:rPr lang="en-GB" b="1">
                <a:solidFill>
                  <a:srgbClr val="C00000"/>
                </a:solidFill>
              </a:rPr>
              <a:t>read</a:t>
            </a:r>
            <a:r>
              <a:rPr lang="en-GB"/>
              <a:t> or </a:t>
            </a:r>
            <a:r>
              <a:rPr lang="en-GB" b="1">
                <a:solidFill>
                  <a:srgbClr val="C00000"/>
                </a:solidFill>
              </a:rPr>
              <a:t>write</a:t>
            </a:r>
            <a:r>
              <a:rPr lang="en-GB"/>
              <a:t> binary values (0 or 1) from/to external pins.</a:t>
            </a:r>
          </a:p>
          <a:p>
            <a:r>
              <a:rPr lang="en-GB"/>
              <a:t>In our case, we use GPIOs only as inputs, to read the pressed/unpressed status of some push buttons.</a:t>
            </a:r>
          </a:p>
          <a:p>
            <a:r>
              <a:rPr lang="en-GB" u="sng"/>
              <a:t>Conceptual view:</a:t>
            </a:r>
          </a:p>
          <a:p>
            <a:endParaRPr lang="en-GB" sz="24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0D19E0-018C-BE23-2B63-64992625E4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27</a:t>
            </a:fld>
            <a:endParaRPr lang="it-IT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DDBB44D-ADD7-E6AE-4FDB-A4DF79B6DF5E}"/>
              </a:ext>
            </a:extLst>
          </p:cNvPr>
          <p:cNvGrpSpPr/>
          <p:nvPr/>
        </p:nvGrpSpPr>
        <p:grpSpPr>
          <a:xfrm>
            <a:off x="4352081" y="1899856"/>
            <a:ext cx="4700968" cy="2748494"/>
            <a:chOff x="3735676" y="1539433"/>
            <a:chExt cx="5317373" cy="3108885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254C58F-03C6-FB03-80BC-8DD114646637}"/>
                </a:ext>
              </a:extLst>
            </p:cNvPr>
            <p:cNvGrpSpPr/>
            <p:nvPr/>
          </p:nvGrpSpPr>
          <p:grpSpPr>
            <a:xfrm>
              <a:off x="3735676" y="1539433"/>
              <a:ext cx="5317373" cy="3108885"/>
              <a:chOff x="3735676" y="1891343"/>
              <a:chExt cx="5317373" cy="2757006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66E610A-0F26-B934-158E-B7F647894EA7}"/>
                  </a:ext>
                </a:extLst>
              </p:cNvPr>
              <p:cNvSpPr/>
              <p:nvPr/>
            </p:nvSpPr>
            <p:spPr>
              <a:xfrm>
                <a:off x="4645741" y="1946787"/>
                <a:ext cx="4166419" cy="27015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7CBE58-528F-00C8-6AD8-3C813195D459}"/>
                  </a:ext>
                </a:extLst>
              </p:cNvPr>
              <p:cNvSpPr/>
              <p:nvPr/>
            </p:nvSpPr>
            <p:spPr>
              <a:xfrm>
                <a:off x="5093080" y="2249129"/>
                <a:ext cx="2848926" cy="16886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5102A2-4DD4-D086-8292-DF89C022EB91}"/>
                  </a:ext>
                </a:extLst>
              </p:cNvPr>
              <p:cNvSpPr/>
              <p:nvPr/>
            </p:nvSpPr>
            <p:spPr>
              <a:xfrm>
                <a:off x="5244462" y="2507543"/>
                <a:ext cx="581151" cy="20355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10469B5-59DC-4B9C-79FB-E172E6E1248C}"/>
                  </a:ext>
                </a:extLst>
              </p:cNvPr>
              <p:cNvSpPr/>
              <p:nvPr/>
            </p:nvSpPr>
            <p:spPr>
              <a:xfrm>
                <a:off x="5359990" y="2667793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DD02E3F-F0F8-1F3A-0D09-CB1F42E82B42}"/>
                  </a:ext>
                </a:extLst>
              </p:cNvPr>
              <p:cNvSpPr/>
              <p:nvPr/>
            </p:nvSpPr>
            <p:spPr>
              <a:xfrm>
                <a:off x="5359989" y="3169239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DA1500C-13A6-892B-6F55-9A27C926413B}"/>
                  </a:ext>
                </a:extLst>
              </p:cNvPr>
              <p:cNvSpPr/>
              <p:nvPr/>
            </p:nvSpPr>
            <p:spPr>
              <a:xfrm>
                <a:off x="7840207" y="2507543"/>
                <a:ext cx="737389" cy="20355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CPU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33B609-F4F1-B433-F1CD-B8D52A9A888D}"/>
                  </a:ext>
                </a:extLst>
              </p:cNvPr>
              <p:cNvSpPr txBox="1"/>
              <p:nvPr/>
            </p:nvSpPr>
            <p:spPr>
              <a:xfrm>
                <a:off x="4848071" y="1891343"/>
                <a:ext cx="1306894" cy="586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GPIO Peripheral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6ACFED2-C2DA-B4BB-FA2A-6987EDB10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9566" y="2175387"/>
                <a:ext cx="685509" cy="687822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AF0246-912F-72E7-5E1B-AB56EF43563F}"/>
                  </a:ext>
                </a:extLst>
              </p:cNvPr>
              <p:cNvSpPr txBox="1"/>
              <p:nvPr/>
            </p:nvSpPr>
            <p:spPr>
              <a:xfrm>
                <a:off x="6164579" y="4125374"/>
                <a:ext cx="1302308" cy="4630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1200">
                    <a:solidFill>
                      <a:srgbClr val="C00000"/>
                    </a:solidFill>
                  </a:rPr>
                  <a:t>Memory “cells”</a:t>
                </a:r>
              </a:p>
              <a:p>
                <a:r>
                  <a:rPr lang="en-IT" sz="1200">
                    <a:solidFill>
                      <a:srgbClr val="C00000"/>
                    </a:solidFill>
                  </a:rPr>
                  <a:t>(one per pin)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CEC4C7-6ADD-B526-51CA-FACC7FF900C6}"/>
                  </a:ext>
                </a:extLst>
              </p:cNvPr>
              <p:cNvSpPr txBox="1"/>
              <p:nvPr/>
            </p:nvSpPr>
            <p:spPr>
              <a:xfrm>
                <a:off x="6479766" y="3833841"/>
                <a:ext cx="593277" cy="2778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>
                    <a:solidFill>
                      <a:schemeClr val="tx2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Etc.</a:t>
                </a:r>
                <a:endPara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D633F4E-E980-4A72-0683-F27345B57A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8459" y="2863209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965CCF-A02E-973A-9158-D9C976A9B233}"/>
                  </a:ext>
                </a:extLst>
              </p:cNvPr>
              <p:cNvSpPr txBox="1"/>
              <p:nvPr/>
            </p:nvSpPr>
            <p:spPr>
              <a:xfrm>
                <a:off x="8097373" y="1957225"/>
                <a:ext cx="656739" cy="4013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2000" b="1"/>
                  <a:t>SoC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A854079-2A2A-2ABA-9674-998BDE0EE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2175387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E5359A5F-643C-3507-114C-F935823E53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2933699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015BCEC-E476-51B1-7805-F0847C4F0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3692011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0E9A9B4-9123-0BCA-0574-5B0FFCE14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9599" y="4450323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24E94D6-9A7A-7773-2E6B-A29A15AC9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2175387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5A949E7-2C39-BDC4-7B7A-647F50E06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2933699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DFED4D3-11DB-1211-9A07-9CD49C3136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3692011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BCF3C34-9EC2-72F5-4B3F-9121ABF8B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6907" y="4450323"/>
                <a:ext cx="226142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54" name="Picture 4">
                <a:extLst>
                  <a:ext uri="{FF2B5EF4-FFF2-40B4-BE49-F238E27FC236}">
                    <a16:creationId xmlns:a16="http://schemas.microsoft.com/office/drawing/2014/main" id="{A3064920-2E90-A4EA-DCAE-3700A9B411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35676" y="2015948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>
                <a:extLst>
                  <a:ext uri="{FF2B5EF4-FFF2-40B4-BE49-F238E27FC236}">
                    <a16:creationId xmlns:a16="http://schemas.microsoft.com/office/drawing/2014/main" id="{48F6F19F-86CB-BB3E-7A44-F753525279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59501" y="2750401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F88AD59E-29F5-24AB-91AC-44827ABF4C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4998" y="3337262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808AAB0-735C-A5B9-0855-D93B819964CD}"/>
                  </a:ext>
                </a:extLst>
              </p:cNvPr>
              <p:cNvSpPr/>
              <p:nvPr/>
            </p:nvSpPr>
            <p:spPr>
              <a:xfrm>
                <a:off x="5357532" y="3629765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0/1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1090FED-704D-6870-13A1-BC98C8E2A128}"/>
                  </a:ext>
                </a:extLst>
              </p:cNvPr>
              <p:cNvSpPr/>
              <p:nvPr/>
            </p:nvSpPr>
            <p:spPr>
              <a:xfrm>
                <a:off x="5355075" y="4090291"/>
                <a:ext cx="355009" cy="3908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IT" sz="1600">
                    <a:solidFill>
                      <a:schemeClr val="tx1"/>
                    </a:solidFill>
                  </a:rPr>
                  <a:t>0/1</a:t>
                </a: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F782C9A-EA33-FF74-8F52-D233E1CAEB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0826" y="2933699"/>
                <a:ext cx="704416" cy="48519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0CC5BDB-E9DB-4BFC-B292-D803213D894B}"/>
                  </a:ext>
                </a:extLst>
              </p:cNvPr>
              <p:cNvCxnSpPr>
                <a:cxnSpLocks/>
                <a:stCxn id="61" idx="1"/>
              </p:cNvCxnSpPr>
              <p:nvPr/>
            </p:nvCxnSpPr>
            <p:spPr>
              <a:xfrm flipH="1" flipV="1">
                <a:off x="4648200" y="3710171"/>
                <a:ext cx="709332" cy="11501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arrow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09B7BE8-D52D-28D9-9F5B-500FB7645EF3}"/>
                  </a:ext>
                </a:extLst>
              </p:cNvPr>
              <p:cNvCxnSpPr>
                <a:cxnSpLocks/>
                <a:endCxn id="62" idx="1"/>
              </p:cNvCxnSpPr>
              <p:nvPr/>
            </p:nvCxnSpPr>
            <p:spPr>
              <a:xfrm flipV="1">
                <a:off x="4669566" y="4285708"/>
                <a:ext cx="685509" cy="162893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2" name="Right Brace 71">
                <a:extLst>
                  <a:ext uri="{FF2B5EF4-FFF2-40B4-BE49-F238E27FC236}">
                    <a16:creationId xmlns:a16="http://schemas.microsoft.com/office/drawing/2014/main" id="{541B0301-12B8-0BDD-A3FE-376576459F52}"/>
                  </a:ext>
                </a:extLst>
              </p:cNvPr>
              <p:cNvSpPr/>
              <p:nvPr/>
            </p:nvSpPr>
            <p:spPr>
              <a:xfrm>
                <a:off x="5769377" y="2702725"/>
                <a:ext cx="365277" cy="1755240"/>
              </a:xfrm>
              <a:prstGeom prst="rightBrace">
                <a:avLst>
                  <a:gd name="adj1" fmla="val 8333"/>
                  <a:gd name="adj2" fmla="val 87002"/>
                </a:avLst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 sz="1600"/>
              </a:p>
            </p:txBody>
          </p:sp>
          <p:pic>
            <p:nvPicPr>
              <p:cNvPr id="96" name="Picture 4">
                <a:extLst>
                  <a:ext uri="{FF2B5EF4-FFF2-40B4-BE49-F238E27FC236}">
                    <a16:creationId xmlns:a16="http://schemas.microsoft.com/office/drawing/2014/main" id="{55751CE3-1B20-12F6-86E0-69D545A903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75587" y="3479410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7" name="Picture 4">
                <a:extLst>
                  <a:ext uri="{FF2B5EF4-FFF2-40B4-BE49-F238E27FC236}">
                    <a16:creationId xmlns:a16="http://schemas.microsoft.com/office/drawing/2014/main" id="{92D8D5BC-59E3-BAC7-A3AE-3E5F8CE266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FAFAF6"/>
                  </a:clrFrom>
                  <a:clrTo>
                    <a:srgbClr val="FAFAF6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4" t="35445" r="72893" b="50370"/>
              <a:stretch/>
            </p:blipFill>
            <p:spPr bwMode="auto">
              <a:xfrm>
                <a:off x="3791673" y="4208419"/>
                <a:ext cx="622812" cy="4077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3FDD4D44-D629-A377-9C94-33C3CBA0ED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8459" y="3860184"/>
                <a:ext cx="211174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80424F-CCFF-1E1D-90AE-034CAF71E073}"/>
                </a:ext>
              </a:extLst>
            </p:cNvPr>
            <p:cNvSpPr txBox="1"/>
            <p:nvPr/>
          </p:nvSpPr>
          <p:spPr>
            <a:xfrm>
              <a:off x="6051677" y="2077800"/>
              <a:ext cx="16754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read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0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 (1st</a:t>
              </a:r>
              <a:b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</a:b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button </a:t>
              </a:r>
              <a:r>
                <a:rPr lang="en-IT" sz="1200" b="1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pressed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)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AE10438-6076-257C-0B6E-FE6AB6839C1E}"/>
                </a:ext>
              </a:extLst>
            </p:cNvPr>
            <p:cNvSpPr txBox="1"/>
            <p:nvPr/>
          </p:nvSpPr>
          <p:spPr>
            <a:xfrm>
              <a:off x="6055043" y="2660163"/>
              <a:ext cx="18742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read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1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 (2nd</a:t>
              </a:r>
              <a:b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</a:b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button </a:t>
              </a:r>
              <a:r>
                <a:rPr lang="en-IT" sz="1200" b="1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unpressed</a:t>
              </a:r>
              <a:r>
                <a:rPr lang="en-IT" sz="120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  <a:sym typeface="Wingdings" pitchFamily="2" charset="2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32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9392-EB34-2E9C-BBEE-DEAEE3D0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87EA17-C28F-6C4F-1C5A-720E7B27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Timers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495ABB9B-C690-68BD-9C46-F2EA5A61E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74290"/>
            <a:ext cx="8684342" cy="346650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b="1"/>
              <a:t>Timers</a:t>
            </a:r>
            <a:r>
              <a:rPr lang="en-GB"/>
              <a:t> are peripherals that, as the name says, allow a processor to keep track of the passing of time. </a:t>
            </a:r>
          </a:p>
          <a:p>
            <a:pPr lvl="1"/>
            <a:r>
              <a:rPr lang="en-GB" b="1"/>
              <a:t>Example: do a certain operation 1 time every second, etc..</a:t>
            </a:r>
          </a:p>
          <a:p>
            <a:pPr lvl="1"/>
            <a:endParaRPr lang="en-GB" b="1"/>
          </a:p>
          <a:p>
            <a:r>
              <a:rPr lang="en-GB"/>
              <a:t>In our example, we use a timer to generate </a:t>
            </a:r>
            <a:r>
              <a:rPr lang="en-GB" b="1">
                <a:solidFill>
                  <a:schemeClr val="accent2"/>
                </a:solidFill>
              </a:rPr>
              <a:t>variable-width periodic pulses</a:t>
            </a:r>
            <a:r>
              <a:rPr lang="en-GB"/>
              <a:t>: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B80563-CE97-DDD4-1928-6509146BF1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28</a:t>
            </a:fld>
            <a:endParaRPr lang="it-IT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B8F64C-AF68-A90D-6853-4BE32081B12B}"/>
              </a:ext>
            </a:extLst>
          </p:cNvPr>
          <p:cNvGrpSpPr/>
          <p:nvPr/>
        </p:nvGrpSpPr>
        <p:grpSpPr>
          <a:xfrm>
            <a:off x="363673" y="2763065"/>
            <a:ext cx="3398100" cy="824673"/>
            <a:chOff x="363672" y="2763065"/>
            <a:chExt cx="4634413" cy="824673"/>
          </a:xfrm>
        </p:grpSpPr>
        <p:pic>
          <p:nvPicPr>
            <p:cNvPr id="3074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E02C6160-5404-6469-CF93-C4DD1F6E4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3" t="29263" b="57413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4CE557-9E81-C664-2E9F-8077F86902F1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FFFC3C-AEDA-17AD-574F-3B71986E4B8F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073299-4831-53A3-B526-F61D5C6E717F}"/>
              </a:ext>
            </a:extLst>
          </p:cNvPr>
          <p:cNvGrpSpPr/>
          <p:nvPr/>
        </p:nvGrpSpPr>
        <p:grpSpPr>
          <a:xfrm>
            <a:off x="5327091" y="2742364"/>
            <a:ext cx="3398100" cy="824673"/>
            <a:chOff x="363672" y="2763065"/>
            <a:chExt cx="4634413" cy="824673"/>
          </a:xfrm>
        </p:grpSpPr>
        <p:pic>
          <p:nvPicPr>
            <p:cNvPr id="14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DBC8C396-FCE4-6A42-7D5B-85B64710E2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18" t="67078" r="695" b="19598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745F8-5CCC-6498-590B-4FDA75B69004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CB1F8C-66D0-986F-016D-9CF31F66D308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9E389DC-14D5-5F1C-538A-CD5365226346}"/>
              </a:ext>
            </a:extLst>
          </p:cNvPr>
          <p:cNvSpPr/>
          <p:nvPr/>
        </p:nvSpPr>
        <p:spPr>
          <a:xfrm>
            <a:off x="4143737" y="2927030"/>
            <a:ext cx="868101" cy="45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3E725-D7A0-843B-212C-815AB2337B86}"/>
              </a:ext>
            </a:extLst>
          </p:cNvPr>
          <p:cNvSpPr/>
          <p:nvPr/>
        </p:nvSpPr>
        <p:spPr>
          <a:xfrm>
            <a:off x="2523281" y="3912243"/>
            <a:ext cx="4236334" cy="474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/>
              <a:t>Yes but …why do we want to do that???</a:t>
            </a:r>
          </a:p>
        </p:txBody>
      </p:sp>
    </p:spTree>
    <p:extLst>
      <p:ext uri="{BB962C8B-B14F-4D97-AF65-F5344CB8AC3E}">
        <p14:creationId xmlns:p14="http://schemas.microsoft.com/office/powerpoint/2010/main" val="384289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5C9B2-3C24-5AFF-3DFB-101FA25B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B1DDC4-F1C6-BF91-66BF-BB2F3A00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Timers</a:t>
            </a:r>
            <a:endParaRPr lang="en-IT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C4A7C49-2B69-0F20-0470-6B07A49F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58" y="753918"/>
            <a:ext cx="8684342" cy="3832406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GB" sz="2400"/>
              <a:t>Turning on-and-off a LED with such a periodic pulse (with a very fast period)</a:t>
            </a:r>
          </a:p>
          <a:p>
            <a:endParaRPr lang="en-GB" sz="2400"/>
          </a:p>
          <a:p>
            <a:pPr marL="0" indent="0">
              <a:buNone/>
            </a:pPr>
            <a:endParaRPr lang="en-GB" sz="3200"/>
          </a:p>
          <a:p>
            <a:pPr lvl="1"/>
            <a:r>
              <a:rPr lang="en-GB" sz="2000"/>
              <a:t>The LED blinks so fast that </a:t>
            </a:r>
            <a:r>
              <a:rPr lang="en-GB" sz="2000" b="1">
                <a:solidFill>
                  <a:schemeClr val="accent2"/>
                </a:solidFill>
              </a:rPr>
              <a:t>our eyes cannot keep trac</a:t>
            </a:r>
            <a:r>
              <a:rPr lang="en-GB" sz="2000">
                <a:solidFill>
                  <a:schemeClr val="accent2"/>
                </a:solidFill>
              </a:rPr>
              <a:t>k</a:t>
            </a:r>
            <a:r>
              <a:rPr lang="en-GB" sz="2000"/>
              <a:t>…</a:t>
            </a:r>
          </a:p>
          <a:p>
            <a:pPr lvl="1"/>
            <a:r>
              <a:rPr lang="en-GB" sz="2000"/>
              <a:t>What we perceive is that the LED is </a:t>
            </a:r>
            <a:r>
              <a:rPr lang="en-GB" sz="2000" b="1">
                <a:solidFill>
                  <a:schemeClr val="accent3"/>
                </a:solidFill>
              </a:rPr>
              <a:t>always on, but with a lower brightness</a:t>
            </a:r>
            <a:r>
              <a:rPr lang="en-GB" sz="2000"/>
              <a:t> (i.e. a “dimmed” light)</a:t>
            </a:r>
          </a:p>
          <a:p>
            <a:pPr lvl="1"/>
            <a:r>
              <a:rPr lang="en-GB" sz="2000"/>
              <a:t>Increasing/decreasing the pulse width increases/decreases brightness</a:t>
            </a:r>
          </a:p>
          <a:p>
            <a:endParaRPr lang="en-GB" sz="2400"/>
          </a:p>
          <a:p>
            <a:r>
              <a:rPr lang="en-GB" sz="2400"/>
              <a:t>This technique is known as </a:t>
            </a:r>
            <a:r>
              <a:rPr lang="en-GB" sz="2400" b="1"/>
              <a:t>Pulse Width Modulation (PWM)</a:t>
            </a:r>
            <a:endParaRPr lang="en-GB" sz="240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02471FC-6255-62C6-A1FE-DD1234886FA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29</a:t>
            </a:fld>
            <a:endParaRPr lang="it-IT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E9697C-F51A-F40D-58C3-7F95766ED0D1}"/>
              </a:ext>
            </a:extLst>
          </p:cNvPr>
          <p:cNvGrpSpPr/>
          <p:nvPr/>
        </p:nvGrpSpPr>
        <p:grpSpPr>
          <a:xfrm>
            <a:off x="1845234" y="1478273"/>
            <a:ext cx="3398100" cy="824673"/>
            <a:chOff x="363672" y="2763065"/>
            <a:chExt cx="4634413" cy="824673"/>
          </a:xfrm>
        </p:grpSpPr>
        <p:pic>
          <p:nvPicPr>
            <p:cNvPr id="7" name="Picture 2" descr="Trasformare l'uscita PWM in una tensione analogica: i filtri RC e i timers  – it | McMajan">
              <a:extLst>
                <a:ext uri="{FF2B5EF4-FFF2-40B4-BE49-F238E27FC236}">
                  <a16:creationId xmlns:a16="http://schemas.microsoft.com/office/drawing/2014/main" id="{DDA4C40D-9A75-AE90-58D7-F96BDF772B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3" t="29263" b="57413"/>
            <a:stretch/>
          </p:blipFill>
          <p:spPr bwMode="auto">
            <a:xfrm>
              <a:off x="674649" y="2821259"/>
              <a:ext cx="4323436" cy="666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90C751-6ECB-CACB-E7ED-D5BFA7B8FF63}"/>
                </a:ext>
              </a:extLst>
            </p:cNvPr>
            <p:cNvSpPr txBox="1"/>
            <p:nvPr/>
          </p:nvSpPr>
          <p:spPr>
            <a:xfrm>
              <a:off x="372963" y="32184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F8825F-A43D-8790-2A9D-D777C95EC229}"/>
                </a:ext>
              </a:extLst>
            </p:cNvPr>
            <p:cNvSpPr txBox="1"/>
            <p:nvPr/>
          </p:nvSpPr>
          <p:spPr>
            <a:xfrm>
              <a:off x="363672" y="27630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/>
                <a:t>1</a:t>
              </a:r>
            </a:p>
          </p:txBody>
        </p:sp>
      </p:grpSp>
      <p:pic>
        <p:nvPicPr>
          <p:cNvPr id="11" name="Picture 4">
            <a:extLst>
              <a:ext uri="{FF2B5EF4-FFF2-40B4-BE49-F238E27FC236}">
                <a16:creationId xmlns:a16="http://schemas.microsoft.com/office/drawing/2014/main" id="{8DA27431-433E-3F1B-D3AF-AABC80D8BB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AFAF6"/>
              </a:clrFrom>
              <a:clrTo>
                <a:srgbClr val="FAFA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5" t="73279" r="65937"/>
          <a:stretch/>
        </p:blipFill>
        <p:spPr bwMode="auto">
          <a:xfrm>
            <a:off x="6189841" y="1477912"/>
            <a:ext cx="787079" cy="76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FB77F9C3-F7B3-0116-2790-63E50CFE9590}"/>
              </a:ext>
            </a:extLst>
          </p:cNvPr>
          <p:cNvSpPr/>
          <p:nvPr/>
        </p:nvSpPr>
        <p:spPr>
          <a:xfrm>
            <a:off x="5364416" y="1642237"/>
            <a:ext cx="712294" cy="4553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2952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651A-F7D2-E732-C102-22936FB5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77AE5B-4597-7075-19E1-7FD80FF0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 of an </a:t>
            </a:r>
            <a:r>
              <a:rPr lang="it-IT" err="1"/>
              <a:t>SoC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4439C7-6C91-460E-C237-B12AEAFC4C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30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9DD6555-9CB2-5D38-64C6-260486C8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4"/>
            <a:ext cx="4203250" cy="333809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2400"/>
              <a:t>Open the </a:t>
            </a:r>
            <a:r>
              <a:rPr lang="en-GB" sz="2400" err="1"/>
              <a:t>Vivado</a:t>
            </a:r>
            <a:r>
              <a:rPr lang="en-GB" sz="2400"/>
              <a:t> project for the Lab03c and create a new block design:</a:t>
            </a:r>
          </a:p>
          <a:p>
            <a:pPr lvl="1" algn="just"/>
            <a:r>
              <a:rPr lang="en-GB" sz="2200"/>
              <a:t>IP INTEGRATOR → Create Block Design, on the left Flow Navigator bar</a:t>
            </a:r>
          </a:p>
          <a:p>
            <a:pPr algn="just"/>
            <a:r>
              <a:rPr lang="en-GB" sz="2400"/>
              <a:t>“Create Block Design”  window will appear:</a:t>
            </a:r>
          </a:p>
          <a:p>
            <a:pPr lvl="1" algn="just"/>
            <a:r>
              <a:rPr lang="en-GB" sz="2200"/>
              <a:t>“Design name”: soc</a:t>
            </a:r>
          </a:p>
          <a:p>
            <a:pPr algn="just"/>
            <a:r>
              <a:rPr lang="en-GB" sz="2400"/>
              <a:t>“OK”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9FFE127-3011-289E-145D-DC8B9378C30F}"/>
              </a:ext>
            </a:extLst>
          </p:cNvPr>
          <p:cNvGrpSpPr/>
          <p:nvPr/>
        </p:nvGrpSpPr>
        <p:grpSpPr>
          <a:xfrm>
            <a:off x="4780023" y="1354770"/>
            <a:ext cx="4082326" cy="2080580"/>
            <a:chOff x="3162972" y="986711"/>
            <a:chExt cx="5981028" cy="3048264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929C265D-882A-3539-2C6C-BF6DAFAF1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323" y="1401978"/>
              <a:ext cx="3200677" cy="233954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F1F7FD4F-4228-4D49-8195-A0AA614A30EC}"/>
                </a:ext>
              </a:extLst>
            </p:cNvPr>
            <p:cNvGrpSpPr/>
            <p:nvPr/>
          </p:nvGrpSpPr>
          <p:grpSpPr>
            <a:xfrm>
              <a:off x="3162972" y="986711"/>
              <a:ext cx="2586288" cy="3048264"/>
              <a:chOff x="6350236" y="1851268"/>
              <a:chExt cx="2586288" cy="3048264"/>
            </a:xfrm>
          </p:grpSpPr>
          <p:pic>
            <p:nvPicPr>
              <p:cNvPr id="6" name="Immagine 5">
                <a:extLst>
                  <a:ext uri="{FF2B5EF4-FFF2-40B4-BE49-F238E27FC236}">
                    <a16:creationId xmlns:a16="http://schemas.microsoft.com/office/drawing/2014/main" id="{4B702784-7EA1-6681-B4C4-9F0916F12B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7015" y="1851268"/>
                <a:ext cx="2179509" cy="30482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55411FEC-5B9C-ADF7-0056-AED7DC184398}"/>
                  </a:ext>
                </a:extLst>
              </p:cNvPr>
              <p:cNvSpPr/>
              <p:nvPr/>
            </p:nvSpPr>
            <p:spPr>
              <a:xfrm>
                <a:off x="6757015" y="3629278"/>
                <a:ext cx="1616241" cy="738785"/>
              </a:xfrm>
              <a:prstGeom prst="round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9D540A3-F154-288F-831A-1039BC48E486}"/>
                  </a:ext>
                </a:extLst>
              </p:cNvPr>
              <p:cNvSpPr txBox="1"/>
              <p:nvPr/>
            </p:nvSpPr>
            <p:spPr>
              <a:xfrm>
                <a:off x="6350236" y="3893137"/>
                <a:ext cx="616262" cy="541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solidFill>
                      <a:schemeClr val="accent2">
                        <a:lumMod val="75000"/>
                      </a:schemeClr>
                    </a:solidFill>
                    <a:latin typeface="Baskerville Display PT" panose="02030602080406020203" pitchFamily="18" charset="0"/>
                    <a:ea typeface="Baskerville Display PT" panose="02030602080406020203" pitchFamily="18" charset="0"/>
                  </a:rPr>
                  <a:t>1.</a:t>
                </a:r>
              </a:p>
            </p:txBody>
          </p:sp>
        </p:grp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3CB3CCA3-D57C-F725-28B3-4B45163A0579}"/>
                </a:ext>
              </a:extLst>
            </p:cNvPr>
            <p:cNvSpPr/>
            <p:nvPr/>
          </p:nvSpPr>
          <p:spPr>
            <a:xfrm>
              <a:off x="6055127" y="2279475"/>
              <a:ext cx="3042083" cy="433158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6C716AB-9AA0-E2A2-5BA7-0B2CFC021009}"/>
                </a:ext>
              </a:extLst>
            </p:cNvPr>
            <p:cNvSpPr txBox="1"/>
            <p:nvPr/>
          </p:nvSpPr>
          <p:spPr>
            <a:xfrm>
              <a:off x="5578514" y="2354087"/>
              <a:ext cx="565099" cy="54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A258E753-C07E-50A9-34AD-EC6C12547EDD}"/>
                </a:ext>
              </a:extLst>
            </p:cNvPr>
            <p:cNvSpPr/>
            <p:nvPr/>
          </p:nvSpPr>
          <p:spPr>
            <a:xfrm>
              <a:off x="7478626" y="3280737"/>
              <a:ext cx="462043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5CCD3473-641F-4F29-2E39-8F57B975D023}"/>
                </a:ext>
              </a:extLst>
            </p:cNvPr>
            <p:cNvSpPr txBox="1"/>
            <p:nvPr/>
          </p:nvSpPr>
          <p:spPr>
            <a:xfrm>
              <a:off x="6843777" y="3218001"/>
              <a:ext cx="664509" cy="54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19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AC8A-6311-417B-3931-82CCE33F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02EB253-637A-3E67-0226-462D096C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Main</a:t>
            </a:r>
            <a:r>
              <a:rPr lang="it-IT"/>
              <a:t> Core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7E8836-9C9A-35CD-D9A5-90ECC2756C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31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37D246AC-2FC7-1A33-81B2-B01A3E0B2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51" y="902704"/>
            <a:ext cx="4035706" cy="3338091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Press the “+”, or “right-click”,  in the block design window, then “Add IP”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Type “</a:t>
            </a:r>
            <a:r>
              <a:rPr lang="en-GB" sz="2400" dirty="0" err="1"/>
              <a:t>zynq</a:t>
            </a:r>
            <a:r>
              <a:rPr lang="en-GB" sz="2400" dirty="0"/>
              <a:t>”  in the window menu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Select “ZYNQ </a:t>
            </a:r>
            <a:r>
              <a:rPr lang="en-GB" sz="2400" dirty="0" err="1"/>
              <a:t>UltraScale</a:t>
            </a:r>
            <a:r>
              <a:rPr lang="en-GB" sz="2400" dirty="0"/>
              <a:t>+ </a:t>
            </a:r>
            <a:r>
              <a:rPr lang="en-GB" sz="2400" dirty="0" err="1"/>
              <a:t>MPSoC</a:t>
            </a:r>
            <a:r>
              <a:rPr lang="en-GB" sz="2400" dirty="0"/>
              <a:t> Processing System”</a:t>
            </a:r>
          </a:p>
          <a:p>
            <a:pPr algn="just"/>
            <a:endParaRPr lang="en-GB" sz="2400" dirty="0"/>
          </a:p>
          <a:p>
            <a:pPr marL="0" indent="0" algn="just">
              <a:buNone/>
            </a:pPr>
            <a:r>
              <a:rPr lang="en-GB" sz="2400" dirty="0"/>
              <a:t>These operations tell the EDA tool to consider in our design the core already present on the board.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7E1C554A-89BE-6BC6-D2C4-675FCD1C6235}"/>
              </a:ext>
            </a:extLst>
          </p:cNvPr>
          <p:cNvGrpSpPr/>
          <p:nvPr/>
        </p:nvGrpSpPr>
        <p:grpSpPr>
          <a:xfrm>
            <a:off x="4464934" y="1224944"/>
            <a:ext cx="4374266" cy="2460525"/>
            <a:chOff x="4754336" y="646209"/>
            <a:chExt cx="6599464" cy="3712199"/>
          </a:xfrm>
        </p:grpSpPr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FB3F74BF-ED39-0D3D-E868-A1FCCDDAA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336" y="646209"/>
              <a:ext cx="6599464" cy="37121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787997C4-E4B6-B730-316F-A95943DED611}"/>
                </a:ext>
              </a:extLst>
            </p:cNvPr>
            <p:cNvSpPr/>
            <p:nvPr/>
          </p:nvSpPr>
          <p:spPr>
            <a:xfrm>
              <a:off x="7954024" y="2690216"/>
              <a:ext cx="1313801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AB191060-30B5-7DB9-4150-E6C6EA7DF1BA}"/>
                </a:ext>
              </a:extLst>
            </p:cNvPr>
            <p:cNvSpPr txBox="1"/>
            <p:nvPr/>
          </p:nvSpPr>
          <p:spPr>
            <a:xfrm>
              <a:off x="7430686" y="2626101"/>
              <a:ext cx="551437" cy="55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1.</a:t>
              </a: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011AD8CF-4CA3-5E1D-40FC-ADF16439D5E5}"/>
                </a:ext>
              </a:extLst>
            </p:cNvPr>
            <p:cNvSpPr txBox="1"/>
            <p:nvPr/>
          </p:nvSpPr>
          <p:spPr>
            <a:xfrm>
              <a:off x="5631513" y="1506914"/>
              <a:ext cx="559909" cy="557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233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A852-CF6B-74E3-00FE-52889E8AD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18196C4-D652-1EF8-9BD4-15E27E9A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Add</a:t>
            </a:r>
            <a:r>
              <a:rPr lang="it-IT"/>
              <a:t> </a:t>
            </a:r>
            <a:r>
              <a:rPr lang="it-IT" err="1"/>
              <a:t>Peripherals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689CD0-105E-336B-AA56-DC87DBFBEF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32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AC6953D5-31C4-DBCD-A2FD-9B37CD61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95885"/>
            <a:ext cx="3793959" cy="3551729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/>
              <a:t>Right-click  in the block design window, then “Add IP”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Type “GPIO”  in the window menu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Select “AXI GPIO”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A81657-2F87-3DE0-D3E6-31C040C9D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001" y="1144987"/>
            <a:ext cx="4803486" cy="27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9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7014-CAFB-1EEA-A8E8-B7E75D19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3E108E-FA55-5A37-EFA3-77C52C57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err="1"/>
              <a:t>Customize</a:t>
            </a:r>
            <a:r>
              <a:rPr lang="it-IT"/>
              <a:t> GPIO </a:t>
            </a:r>
            <a:r>
              <a:rPr lang="it-IT" err="1"/>
              <a:t>Peripheral</a:t>
            </a:r>
            <a:r>
              <a:rPr lang="it-IT"/>
              <a:t>: INPUT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460253-E79F-8B64-CC32-854A1479D7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33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AE48C48F-2FC3-9B14-AC1D-942298C9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4" y="870450"/>
            <a:ext cx="3793959" cy="3551729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sz="2400"/>
              <a:t>To receive user inputs from the push buttons, we need a GPIO configured as INPUT:</a:t>
            </a:r>
          </a:p>
          <a:p>
            <a:pPr marL="0" indent="0" algn="just">
              <a:buNone/>
            </a:pPr>
            <a:endParaRPr lang="en-GB" sz="2400"/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Double-click on the AXI-GPIO peripheral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Go to IP Configuration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Set “All Inputs”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Set “GPIO Width” to 4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OK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5F0E9BBB-6D1C-5611-46DD-A49854B32FB3}"/>
              </a:ext>
            </a:extLst>
          </p:cNvPr>
          <p:cNvGrpSpPr/>
          <p:nvPr/>
        </p:nvGrpSpPr>
        <p:grpSpPr>
          <a:xfrm>
            <a:off x="4213547" y="795885"/>
            <a:ext cx="4589445" cy="3551729"/>
            <a:chOff x="6003715" y="2016643"/>
            <a:chExt cx="5022392" cy="3886783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DB11978C-80A3-4A78-44AB-BB8D15A07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3715" y="2016643"/>
              <a:ext cx="5022392" cy="38867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C39C242D-0DE9-22B7-708A-B365B529C245}"/>
                </a:ext>
              </a:extLst>
            </p:cNvPr>
            <p:cNvSpPr/>
            <p:nvPr/>
          </p:nvSpPr>
          <p:spPr>
            <a:xfrm>
              <a:off x="7844486" y="2998433"/>
              <a:ext cx="76611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236336A2-81F6-E3D2-EBCF-102189C4F5AD}"/>
                </a:ext>
              </a:extLst>
            </p:cNvPr>
            <p:cNvSpPr txBox="1"/>
            <p:nvPr/>
          </p:nvSpPr>
          <p:spPr>
            <a:xfrm>
              <a:off x="7373907" y="2934319"/>
              <a:ext cx="508709" cy="404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  <p:sp>
          <p:nvSpPr>
            <p:cNvPr id="7" name="Rettangolo con angoli arrotondati 6">
              <a:extLst>
                <a:ext uri="{FF2B5EF4-FFF2-40B4-BE49-F238E27FC236}">
                  <a16:creationId xmlns:a16="http://schemas.microsoft.com/office/drawing/2014/main" id="{04F77451-7EA1-F51A-AFA2-F5A53BDBE0DC}"/>
                </a:ext>
              </a:extLst>
            </p:cNvPr>
            <p:cNvSpPr/>
            <p:nvPr/>
          </p:nvSpPr>
          <p:spPr>
            <a:xfrm>
              <a:off x="7736536" y="3390056"/>
              <a:ext cx="547039" cy="200859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A71BEEFC-B080-533E-9C58-D66047031340}"/>
                </a:ext>
              </a:extLst>
            </p:cNvPr>
            <p:cNvSpPr txBox="1"/>
            <p:nvPr/>
          </p:nvSpPr>
          <p:spPr>
            <a:xfrm>
              <a:off x="7373907" y="3305819"/>
              <a:ext cx="594744" cy="404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3.</a:t>
              </a:r>
            </a:p>
          </p:txBody>
        </p:sp>
        <p:sp>
          <p:nvSpPr>
            <p:cNvPr id="10" name="Rettangolo con angoli arrotondati 9">
              <a:extLst>
                <a:ext uri="{FF2B5EF4-FFF2-40B4-BE49-F238E27FC236}">
                  <a16:creationId xmlns:a16="http://schemas.microsoft.com/office/drawing/2014/main" id="{81CBBB25-D005-6B87-F4A2-B8C534543AA3}"/>
                </a:ext>
              </a:extLst>
            </p:cNvPr>
            <p:cNvSpPr/>
            <p:nvPr/>
          </p:nvSpPr>
          <p:spPr>
            <a:xfrm>
              <a:off x="8439799" y="3716182"/>
              <a:ext cx="147096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89055855-5A87-E99C-F32C-93EC5926A494}"/>
                </a:ext>
              </a:extLst>
            </p:cNvPr>
            <p:cNvSpPr txBox="1"/>
            <p:nvPr/>
          </p:nvSpPr>
          <p:spPr>
            <a:xfrm>
              <a:off x="9925699" y="3672303"/>
              <a:ext cx="594744" cy="4041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4.</a:t>
              </a:r>
            </a:p>
          </p:txBody>
        </p:sp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FF9CA0A9-521C-57A8-C4A9-C78AEB3BF010}"/>
                </a:ext>
              </a:extLst>
            </p:cNvPr>
            <p:cNvSpPr/>
            <p:nvPr/>
          </p:nvSpPr>
          <p:spPr>
            <a:xfrm>
              <a:off x="9930461" y="5590960"/>
              <a:ext cx="489889" cy="234351"/>
            </a:xfrm>
            <a:prstGeom prst="round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3F8278E6-8193-4FEC-9A4B-F8ADBCFE42D6}"/>
                </a:ext>
              </a:extLst>
            </p:cNvPr>
            <p:cNvSpPr txBox="1"/>
            <p:nvPr/>
          </p:nvSpPr>
          <p:spPr>
            <a:xfrm>
              <a:off x="9541296" y="5527617"/>
              <a:ext cx="440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491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1AD2-5645-56EA-A0B7-E889F313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3E400A7-839B-94E9-75AC-2AA10F65C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Add</a:t>
            </a:r>
            <a:r>
              <a:rPr lang="it-IT"/>
              <a:t> </a:t>
            </a:r>
            <a:r>
              <a:rPr lang="it-IT" err="1"/>
              <a:t>Peripherals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285E08-929C-FF7A-1D04-C1DF2EA38A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34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24625B42-272D-E791-7FBE-437F759F5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99430"/>
            <a:ext cx="3793959" cy="2948184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Right-click  in the block design window, then “Add IP”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Type “GPIO”  in the window menu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Select “AXI GPIO”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3C44A3-2BEF-F3B6-E92D-CC3E0F858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001" y="1144987"/>
            <a:ext cx="4803486" cy="27024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D2ED7-D86A-0EEB-5810-EB67EEDAE59D}"/>
              </a:ext>
            </a:extLst>
          </p:cNvPr>
          <p:cNvSpPr txBox="1"/>
          <p:nvPr/>
        </p:nvSpPr>
        <p:spPr>
          <a:xfrm>
            <a:off x="192075" y="659467"/>
            <a:ext cx="4289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Add another GPIO for the output</a:t>
            </a:r>
          </a:p>
        </p:txBody>
      </p:sp>
    </p:spTree>
    <p:extLst>
      <p:ext uri="{BB962C8B-B14F-4D97-AF65-F5344CB8AC3E}">
        <p14:creationId xmlns:p14="http://schemas.microsoft.com/office/powerpoint/2010/main" val="101148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77CE-6102-6884-7F43-7F6A6692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DBAC6F-546B-51EA-3F87-851E275C1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915" y="852383"/>
            <a:ext cx="4581841" cy="343873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0B685B7-A4DF-7E1A-D2BB-CCAA174A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err="1"/>
              <a:t>Customize</a:t>
            </a:r>
            <a:r>
              <a:rPr lang="it-IT"/>
              <a:t> GPIO </a:t>
            </a:r>
            <a:r>
              <a:rPr lang="it-IT" err="1"/>
              <a:t>Peripheral</a:t>
            </a:r>
            <a:r>
              <a:rPr lang="it-IT"/>
              <a:t>: INPUT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4EA42A-FF4E-2BD6-7CD1-B578828807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35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DCB69B8A-DE2D-0E78-A9A5-4ECA4F860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244" y="870450"/>
            <a:ext cx="3793959" cy="3551729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GB" sz="2400" dirty="0"/>
              <a:t>To propagate user outputs to the LED, we need another GPIO configured as OUTPUT:</a:t>
            </a:r>
          </a:p>
          <a:p>
            <a:pPr marL="0" indent="0" algn="just">
              <a:buNone/>
            </a:pPr>
            <a:endParaRPr lang="en-GB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Double-click on the AXI-GPIO peripheral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Go to IP Configuration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Set “All Outputs”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Set “GPIO Width” to 8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OK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E73B1A1-B319-1F0B-84E2-E8206DEB06EB}"/>
              </a:ext>
            </a:extLst>
          </p:cNvPr>
          <p:cNvSpPr/>
          <p:nvPr/>
        </p:nvSpPr>
        <p:spPr>
          <a:xfrm>
            <a:off x="5707756" y="1763225"/>
            <a:ext cx="700072" cy="22032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58CD401-B7A9-577A-9FA6-1CF9058685E0}"/>
              </a:ext>
            </a:extLst>
          </p:cNvPr>
          <p:cNvSpPr txBox="1"/>
          <p:nvPr/>
        </p:nvSpPr>
        <p:spPr>
          <a:xfrm>
            <a:off x="5449421" y="1618535"/>
            <a:ext cx="40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ED787576-8C17-9A2C-D134-FF97616DCB01}"/>
              </a:ext>
            </a:extLst>
          </p:cNvPr>
          <p:cNvSpPr/>
          <p:nvPr/>
        </p:nvSpPr>
        <p:spPr>
          <a:xfrm>
            <a:off x="5868966" y="2101258"/>
            <a:ext cx="499882" cy="183544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E59ED37-37CB-980A-A070-37EFF8995DD7}"/>
              </a:ext>
            </a:extLst>
          </p:cNvPr>
          <p:cNvSpPr txBox="1"/>
          <p:nvPr/>
        </p:nvSpPr>
        <p:spPr>
          <a:xfrm>
            <a:off x="5514026" y="1987867"/>
            <a:ext cx="499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73AD25C-477F-DD91-46CC-B93798D45257}"/>
              </a:ext>
            </a:extLst>
          </p:cNvPr>
          <p:cNvSpPr/>
          <p:nvPr/>
        </p:nvSpPr>
        <p:spPr>
          <a:xfrm>
            <a:off x="6407828" y="2269408"/>
            <a:ext cx="1344162" cy="22032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06455CA-D429-90C0-A3EB-1B1FFA826FEF}"/>
              </a:ext>
            </a:extLst>
          </p:cNvPr>
          <p:cNvSpPr txBox="1"/>
          <p:nvPr/>
        </p:nvSpPr>
        <p:spPr>
          <a:xfrm>
            <a:off x="7801794" y="2141877"/>
            <a:ext cx="38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4.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D168D78D-94AA-EB8A-DE0F-DFFA9F687B77}"/>
              </a:ext>
            </a:extLst>
          </p:cNvPr>
          <p:cNvSpPr/>
          <p:nvPr/>
        </p:nvSpPr>
        <p:spPr>
          <a:xfrm>
            <a:off x="7849074" y="4065873"/>
            <a:ext cx="447659" cy="214149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AF0CBDF-999C-10FA-788B-952496E201C1}"/>
              </a:ext>
            </a:extLst>
          </p:cNvPr>
          <p:cNvSpPr txBox="1"/>
          <p:nvPr/>
        </p:nvSpPr>
        <p:spPr>
          <a:xfrm>
            <a:off x="7446177" y="4004201"/>
            <a:ext cx="402897" cy="337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95687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C43AE-40C7-0F69-96CF-4BB507EE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F9B43B8-7C17-27F6-35A1-AB95CD117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Add</a:t>
            </a:r>
            <a:r>
              <a:rPr lang="it-IT"/>
              <a:t> Custom </a:t>
            </a:r>
            <a:r>
              <a:rPr lang="it-IT" err="1"/>
              <a:t>Modules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22529F-E38D-1B39-997A-ED1460A9E7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36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FDD5281-7AB2-3949-1408-D7BAF7C9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1555" y="795885"/>
            <a:ext cx="4567646" cy="3551729"/>
          </a:xfrm>
          <a:ln>
            <a:noFill/>
          </a:ln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400"/>
              <a:t>The processing core and the GPIO peripheral are components in the standard library.</a:t>
            </a:r>
          </a:p>
          <a:p>
            <a:pPr marL="0" indent="0" algn="just">
              <a:buNone/>
            </a:pPr>
            <a:r>
              <a:rPr lang="en-GB" sz="2400"/>
              <a:t>A set of pre-defined modules inside the EDA tool to speed up the design.</a:t>
            </a:r>
          </a:p>
          <a:p>
            <a:pPr marL="0" indent="0" algn="just">
              <a:buNone/>
            </a:pPr>
            <a:r>
              <a:rPr lang="en-GB" sz="2400"/>
              <a:t>Sometimes, custom modules are required. These modules are complex combinations of logic gates.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 Right-click inside the block design → Add Module…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Select “</a:t>
            </a:r>
            <a:r>
              <a:rPr lang="en-GB" sz="2400" err="1"/>
              <a:t>pwm</a:t>
            </a:r>
            <a:r>
              <a:rPr lang="en-GB" sz="2400"/>
              <a:t>’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B3BF8B74-B81D-AE71-A183-5FE5117E9B74}"/>
              </a:ext>
            </a:extLst>
          </p:cNvPr>
          <p:cNvGrpSpPr/>
          <p:nvPr/>
        </p:nvGrpSpPr>
        <p:grpSpPr>
          <a:xfrm>
            <a:off x="728258" y="863477"/>
            <a:ext cx="2877091" cy="3416546"/>
            <a:chOff x="806635" y="617050"/>
            <a:chExt cx="3292125" cy="3909399"/>
          </a:xfrm>
        </p:grpSpPr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3284ABFA-C593-8AF6-3F80-2A0F616D7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6635" y="617050"/>
              <a:ext cx="3292125" cy="39093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5AFF6825-8F19-D01B-8275-31227E3E67CE}"/>
                </a:ext>
              </a:extLst>
            </p:cNvPr>
            <p:cNvSpPr/>
            <p:nvPr/>
          </p:nvSpPr>
          <p:spPr>
            <a:xfrm>
              <a:off x="987931" y="2227676"/>
              <a:ext cx="1470964" cy="241104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7DDAB5A7-7DD9-4E8D-1384-6E1FCDCCDCD1}"/>
                </a:ext>
              </a:extLst>
            </p:cNvPr>
            <p:cNvSpPr txBox="1"/>
            <p:nvPr/>
          </p:nvSpPr>
          <p:spPr>
            <a:xfrm>
              <a:off x="2473831" y="2183797"/>
              <a:ext cx="538330" cy="422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84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4DF4-5744-3544-AE08-2C0E9CE8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</a:t>
            </a:r>
            <a:r>
              <a:rPr lang="en-US" dirty="0" err="1"/>
              <a:t>pwm</a:t>
            </a:r>
            <a:r>
              <a:rPr lang="en-US" dirty="0"/>
              <a:t>  module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320CCF-2119-D898-CA23-57B08F89A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3" y="608012"/>
            <a:ext cx="4944072" cy="392747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934543-D3F3-EA2E-4E18-2BECA87D9621}"/>
              </a:ext>
            </a:extLst>
          </p:cNvPr>
          <p:cNvSpPr txBox="1"/>
          <p:nvPr/>
        </p:nvSpPr>
        <p:spPr>
          <a:xfrm>
            <a:off x="220649" y="1727623"/>
            <a:ext cx="34687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1800" dirty="0"/>
              <a:t>Double-click on the PWM module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dirty="0"/>
              <a:t>Change resolution to 8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1800" dirty="0"/>
              <a:t>OK</a:t>
            </a:r>
          </a:p>
        </p:txBody>
      </p:sp>
      <p:sp>
        <p:nvSpPr>
          <p:cNvPr id="10" name="Rettangolo con angoli arrotondati 4">
            <a:extLst>
              <a:ext uri="{FF2B5EF4-FFF2-40B4-BE49-F238E27FC236}">
                <a16:creationId xmlns:a16="http://schemas.microsoft.com/office/drawing/2014/main" id="{5CAC0792-BE79-2C36-EDEC-000709E1F1B9}"/>
              </a:ext>
            </a:extLst>
          </p:cNvPr>
          <p:cNvSpPr/>
          <p:nvPr/>
        </p:nvSpPr>
        <p:spPr>
          <a:xfrm>
            <a:off x="5770046" y="1767547"/>
            <a:ext cx="700072" cy="22032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sellaDiTesto 5">
            <a:extLst>
              <a:ext uri="{FF2B5EF4-FFF2-40B4-BE49-F238E27FC236}">
                <a16:creationId xmlns:a16="http://schemas.microsoft.com/office/drawing/2014/main" id="{731E8C1D-CB2C-C314-FE13-4F24C93237F1}"/>
              </a:ext>
            </a:extLst>
          </p:cNvPr>
          <p:cNvSpPr txBox="1"/>
          <p:nvPr/>
        </p:nvSpPr>
        <p:spPr>
          <a:xfrm>
            <a:off x="5449421" y="1618535"/>
            <a:ext cx="40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B8CA604-F0CE-CF61-75DD-BCE04FBB31BE}"/>
              </a:ext>
            </a:extLst>
          </p:cNvPr>
          <p:cNvSpPr/>
          <p:nvPr/>
        </p:nvSpPr>
        <p:spPr>
          <a:xfrm>
            <a:off x="7780906" y="4204769"/>
            <a:ext cx="490406" cy="184666"/>
          </a:xfrm>
          <a:prstGeom prst="round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asellaDiTesto 15">
            <a:extLst>
              <a:ext uri="{FF2B5EF4-FFF2-40B4-BE49-F238E27FC236}">
                <a16:creationId xmlns:a16="http://schemas.microsoft.com/office/drawing/2014/main" id="{3FBC4DB5-A6A2-0185-58C9-7D8DA776ED7A}"/>
              </a:ext>
            </a:extLst>
          </p:cNvPr>
          <p:cNvSpPr txBox="1"/>
          <p:nvPr/>
        </p:nvSpPr>
        <p:spPr>
          <a:xfrm>
            <a:off x="7446177" y="4004201"/>
            <a:ext cx="40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71627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E09F-4FAB-4688-66B1-1C5C5165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E336068-0E7A-9945-F409-EEEFFA84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Input &amp; Output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69B4E-6551-3486-28F5-DE37325140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38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FD81574F-C6C1-49DD-97C0-1C34CA2AA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0883" y="795885"/>
            <a:ext cx="4098318" cy="3436481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/>
              <a:t>Add the input and output ports: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/>
          </a:p>
          <a:p>
            <a:pPr marL="271462" lvl="1" indent="0" algn="just">
              <a:buNone/>
            </a:pPr>
            <a:r>
              <a:rPr lang="en-GB" sz="2200"/>
              <a:t>Right-Click → Create Port…</a:t>
            </a:r>
          </a:p>
          <a:p>
            <a:pPr marL="271462" lvl="1" indent="0" algn="just">
              <a:buNone/>
            </a:pPr>
            <a:endParaRPr lang="en-GB" sz="2200"/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/>
              <a:t>Input (Direction:  Input):</a:t>
            </a:r>
          </a:p>
          <a:p>
            <a:pPr marL="441325" lvl="2" indent="0" algn="just">
              <a:buNone/>
            </a:pPr>
            <a:r>
              <a:rPr lang="en-GB" sz="2000"/>
              <a:t>	Name: </a:t>
            </a:r>
            <a:r>
              <a:rPr lang="en-GB" sz="2000" err="1"/>
              <a:t>btn_i</a:t>
            </a:r>
            <a:endParaRPr lang="en-GB" sz="2000"/>
          </a:p>
          <a:p>
            <a:pPr marL="441325" lvl="2" indent="0" algn="just">
              <a:buNone/>
            </a:pPr>
            <a:r>
              <a:rPr lang="en-GB" sz="2000"/>
              <a:t>	Create vector from 3 to 0</a:t>
            </a:r>
          </a:p>
          <a:p>
            <a:pPr marL="898525" lvl="2" indent="-457200" algn="just">
              <a:buFont typeface="+mj-lt"/>
              <a:buAutoNum type="alphaLcParenR"/>
            </a:pPr>
            <a:r>
              <a:rPr lang="en-GB" sz="2000"/>
              <a:t>Output (Direction:  Output):</a:t>
            </a:r>
          </a:p>
          <a:p>
            <a:pPr marL="441325" lvl="2" indent="0" algn="just">
              <a:buNone/>
            </a:pPr>
            <a:r>
              <a:rPr lang="en-GB" sz="2000"/>
              <a:t>	Name: </a:t>
            </a:r>
            <a:r>
              <a:rPr lang="en-GB" sz="2000" err="1"/>
              <a:t>led_o</a:t>
            </a:r>
            <a:endParaRPr lang="en-GB" sz="200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9BB25C49-0D22-00F0-266E-6FDD8ED23C1E}"/>
              </a:ext>
            </a:extLst>
          </p:cNvPr>
          <p:cNvGrpSpPr/>
          <p:nvPr/>
        </p:nvGrpSpPr>
        <p:grpSpPr>
          <a:xfrm>
            <a:off x="304799" y="1760433"/>
            <a:ext cx="4098320" cy="1962267"/>
            <a:chOff x="5045680" y="1209041"/>
            <a:chExt cx="6841384" cy="3275640"/>
          </a:xfrm>
        </p:grpSpPr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255CBCD-1C54-FF22-335A-7E1694A35D0D}"/>
                </a:ext>
              </a:extLst>
            </p:cNvPr>
            <p:cNvSpPr txBox="1"/>
            <p:nvPr/>
          </p:nvSpPr>
          <p:spPr>
            <a:xfrm>
              <a:off x="5723340" y="4106833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Input</a:t>
              </a:r>
              <a:endParaRPr lang="en-GB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9563937C-C176-AA66-2CF8-ED500B032DFB}"/>
                </a:ext>
              </a:extLst>
            </p:cNvPr>
            <p:cNvSpPr txBox="1"/>
            <p:nvPr/>
          </p:nvSpPr>
          <p:spPr>
            <a:xfrm>
              <a:off x="9295130" y="4115349"/>
              <a:ext cx="18694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>
                      <a:lumMod val="75000"/>
                    </a:schemeClr>
                  </a:solidFill>
                  <a:latin typeface="Baskerville Display PT" panose="02030602080406020203" pitchFamily="18" charset="0"/>
                  <a:ea typeface="Baskerville Display PT" panose="02030602080406020203" pitchFamily="18" charset="0"/>
                </a:rPr>
                <a:t>Output</a:t>
              </a:r>
              <a:endParaRPr lang="en-GB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053A1389-C29B-63A6-653B-5C70D17ED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5680" y="1209041"/>
              <a:ext cx="3224759" cy="27359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FD68F41A-3DD3-0803-62AB-1804FDB8E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2306" y="1209042"/>
              <a:ext cx="3224758" cy="273599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1439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B04B-1FDD-FE50-16B4-77DD5CA6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442688E-5EE3-D700-B0A1-03E0B672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550FC2-12C8-1573-6FA6-1E9AECA817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39</a:t>
            </a:fld>
            <a:endParaRPr lang="it-IT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1D08B5-246D-C435-3109-D8F690E10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420" y="1256304"/>
            <a:ext cx="5285580" cy="2322729"/>
          </a:xfrm>
          <a:prstGeom prst="rect">
            <a:avLst/>
          </a:prstGeom>
        </p:spPr>
      </p:pic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363BB396-E0D6-28C4-1C3C-1424A5824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3" y="853509"/>
            <a:ext cx="6395438" cy="3436481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Connect the ports to peripherals:</a:t>
            </a:r>
          </a:p>
          <a:p>
            <a:pPr marL="457200" indent="-457200" algn="just">
              <a:buFont typeface="+mj-lt"/>
              <a:buAutoNum type="arabicPeriod"/>
            </a:pPr>
            <a:endParaRPr lang="en-GB" sz="2400" dirty="0"/>
          </a:p>
          <a:p>
            <a:pPr marL="728662" lvl="1" indent="-457200" algn="just">
              <a:buFont typeface="+mj-lt"/>
              <a:buAutoNum type="alphaLcParenR"/>
            </a:pPr>
            <a:r>
              <a:rPr lang="en-GB" sz="2200" dirty="0" err="1"/>
              <a:t>btn_i</a:t>
            </a:r>
            <a:r>
              <a:rPr lang="en-GB" sz="2200" dirty="0"/>
              <a:t> </a:t>
            </a:r>
            <a:r>
              <a:rPr lang="en-GB" sz="2200" dirty="0">
                <a:sym typeface="Wingdings" pitchFamily="2" charset="2"/>
              </a:rPr>
              <a:t></a:t>
            </a:r>
            <a:r>
              <a:rPr lang="en-GB" sz="2200" dirty="0"/>
              <a:t> </a:t>
            </a:r>
            <a:r>
              <a:rPr lang="en-GB" sz="2200" dirty="0" err="1"/>
              <a:t>gpio_io_i</a:t>
            </a:r>
            <a:endParaRPr lang="en-GB" sz="2200" dirty="0"/>
          </a:p>
          <a:p>
            <a:pPr marL="728662" lvl="1" indent="-457200" algn="just">
              <a:buFont typeface="+mj-lt"/>
              <a:buAutoNum type="alphaLcParenR"/>
            </a:pPr>
            <a:r>
              <a:rPr lang="en-GB" sz="2200" dirty="0" err="1"/>
              <a:t>gpio_io_o</a:t>
            </a:r>
            <a:r>
              <a:rPr lang="en-GB" sz="2200" dirty="0"/>
              <a:t> </a:t>
            </a:r>
            <a:r>
              <a:rPr lang="en-GB" sz="2200" dirty="0">
                <a:sym typeface="Wingdings" pitchFamily="2" charset="2"/>
              </a:rPr>
              <a:t></a:t>
            </a:r>
            <a:r>
              <a:rPr lang="en-GB" sz="2200" dirty="0"/>
              <a:t> </a:t>
            </a:r>
            <a:r>
              <a:rPr lang="en-GB" sz="2200" dirty="0" err="1"/>
              <a:t>dute</a:t>
            </a:r>
            <a:r>
              <a:rPr lang="en-US" sz="2200" dirty="0"/>
              <a:t>_cycle</a:t>
            </a:r>
          </a:p>
          <a:p>
            <a:pPr marL="728662" lvl="1" indent="-457200" algn="just">
              <a:buFont typeface="+mj-lt"/>
              <a:buAutoNum type="alphaLcParenR"/>
            </a:pPr>
            <a:r>
              <a:rPr lang="en-US" sz="2200" dirty="0" err="1"/>
              <a:t>pwm_o</a:t>
            </a:r>
            <a:r>
              <a:rPr lang="en-GB" sz="2200" dirty="0">
                <a:sym typeface="Wingdings" pitchFamily="2" charset="2"/>
              </a:rPr>
              <a:t> </a:t>
            </a:r>
            <a:r>
              <a:rPr lang="en-GB" sz="2200" dirty="0"/>
              <a:t> </a:t>
            </a:r>
            <a:r>
              <a:rPr lang="en-GB" sz="2200" dirty="0" err="1"/>
              <a:t>led_o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64619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9196-D04C-D5B9-8CC7-1D34B327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E60BA6-65F9-E234-B49B-CC6A7D449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670" y="1256304"/>
            <a:ext cx="5285580" cy="23227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1874CDD-1FC1-DC6C-1209-89DDB3C1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683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5DBDE4-1C3D-CD1A-7E0D-8644EF258B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40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0827B227-12CC-F73E-980C-7FE1A41EE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4" y="853509"/>
            <a:ext cx="3527906" cy="3436481"/>
          </a:xfrm>
          <a:ln>
            <a:noFill/>
          </a:ln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just">
              <a:buNone/>
            </a:pPr>
            <a:r>
              <a:rPr lang="en-GB" sz="2400"/>
              <a:t>EDA tools automate the connection of the various blocks of the design</a:t>
            </a:r>
          </a:p>
          <a:p>
            <a:pPr marL="0" indent="0" algn="just">
              <a:buNone/>
            </a:pPr>
            <a:endParaRPr lang="en-GB" sz="2400"/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Click on “Run Connection Automation"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Select “All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/>
              <a:t>OK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6A46504-5FBC-EE04-6093-BB133F7063C5}"/>
              </a:ext>
            </a:extLst>
          </p:cNvPr>
          <p:cNvSpPr/>
          <p:nvPr/>
        </p:nvSpPr>
        <p:spPr>
          <a:xfrm>
            <a:off x="4790046" y="1256304"/>
            <a:ext cx="815624" cy="17134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975BD49-5AD1-5203-6959-CC96A10FFE93}"/>
              </a:ext>
            </a:extLst>
          </p:cNvPr>
          <p:cNvSpPr txBox="1"/>
          <p:nvPr/>
        </p:nvSpPr>
        <p:spPr>
          <a:xfrm>
            <a:off x="4536882" y="924258"/>
            <a:ext cx="395452" cy="261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182986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18DB-6777-8699-8DD5-F2807C51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847C56-5B87-DD41-6BB7-B3C622C1D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670" y="1256304"/>
            <a:ext cx="5285580" cy="23227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4E41022-C721-C188-2431-A1BFAAE2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683"/>
            <a:ext cx="8382000" cy="460771"/>
          </a:xfrm>
        </p:spPr>
        <p:txBody>
          <a:bodyPr/>
          <a:lstStyle/>
          <a:p>
            <a:r>
              <a:rPr lang="it-IT"/>
              <a:t>RTL Design: </a:t>
            </a:r>
            <a:r>
              <a:rPr lang="it-IT" err="1"/>
              <a:t>Interconnections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7A8F1B-659B-B0EE-EE19-52C3415A677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41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5F2888FF-4922-DE80-C710-1AA4FEC44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4" y="853509"/>
            <a:ext cx="3527906" cy="3436481"/>
          </a:xfrm>
          <a:ln>
            <a:noFill/>
          </a:ln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just">
              <a:buNone/>
            </a:pPr>
            <a:r>
              <a:rPr lang="en-GB" sz="2400" dirty="0"/>
              <a:t>EDA tools automate the connection of the various blocks of the design</a:t>
            </a:r>
          </a:p>
          <a:p>
            <a:pPr marL="0" indent="0" algn="just">
              <a:buNone/>
            </a:pPr>
            <a:endParaRPr lang="en-GB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Click on “Run Connection Automation"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Select “All Automation”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/>
              <a:t>OK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D231965-D7E6-A063-33D7-1212E915CB29}"/>
              </a:ext>
            </a:extLst>
          </p:cNvPr>
          <p:cNvSpPr/>
          <p:nvPr/>
        </p:nvSpPr>
        <p:spPr>
          <a:xfrm>
            <a:off x="4790046" y="1256304"/>
            <a:ext cx="815624" cy="17134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9A6EA55-C374-D257-25A1-29E6CCD89837}"/>
              </a:ext>
            </a:extLst>
          </p:cNvPr>
          <p:cNvSpPr txBox="1"/>
          <p:nvPr/>
        </p:nvSpPr>
        <p:spPr>
          <a:xfrm>
            <a:off x="4536882" y="924258"/>
            <a:ext cx="395452" cy="261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1.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CFC451-157E-9D49-8985-0B5E686B3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768" y="738886"/>
            <a:ext cx="5482070" cy="3927535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E19D978-5410-840F-6ECE-0309883CAD6E}"/>
              </a:ext>
            </a:extLst>
          </p:cNvPr>
          <p:cNvSpPr/>
          <p:nvPr/>
        </p:nvSpPr>
        <p:spPr>
          <a:xfrm>
            <a:off x="4023962" y="1467799"/>
            <a:ext cx="1421292" cy="241104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29C0ED9-51FC-D316-6E0F-FE10AAB32C0A}"/>
              </a:ext>
            </a:extLst>
          </p:cNvPr>
          <p:cNvSpPr txBox="1"/>
          <p:nvPr/>
        </p:nvSpPr>
        <p:spPr>
          <a:xfrm>
            <a:off x="3693633" y="1494966"/>
            <a:ext cx="843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2.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2F0510B1-4173-1636-B00C-A177E26CE236}"/>
              </a:ext>
            </a:extLst>
          </p:cNvPr>
          <p:cNvSpPr/>
          <p:nvPr/>
        </p:nvSpPr>
        <p:spPr>
          <a:xfrm>
            <a:off x="8164496" y="4347915"/>
            <a:ext cx="558951" cy="241104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8863F8C-D065-4F95-3ADD-60DD07F2F9B9}"/>
              </a:ext>
            </a:extLst>
          </p:cNvPr>
          <p:cNvSpPr txBox="1"/>
          <p:nvPr/>
        </p:nvSpPr>
        <p:spPr>
          <a:xfrm>
            <a:off x="7849721" y="4283801"/>
            <a:ext cx="558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54324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9F5C-0B16-AFDC-4D23-B1B68113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 reset and clock of </a:t>
            </a:r>
            <a:r>
              <a:rPr lang="en-US" dirty="0" err="1"/>
              <a:t>pwm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02C1D-9480-0AEF-3C68-6D0A4BE0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</a:t>
            </a:r>
          </a:p>
          <a:p>
            <a:r>
              <a:rPr lang="en-US" dirty="0"/>
              <a:t>pl_clk0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 err="1"/>
              <a:t>clk_i</a:t>
            </a:r>
            <a:r>
              <a:rPr lang="en-GB" dirty="0"/>
              <a:t> of </a:t>
            </a:r>
            <a:r>
              <a:rPr lang="en-GB" dirty="0" err="1"/>
              <a:t>pwm</a:t>
            </a:r>
            <a:endParaRPr lang="en-GB" dirty="0"/>
          </a:p>
          <a:p>
            <a:r>
              <a:rPr lang="en-GB" dirty="0" err="1"/>
              <a:t>peripheral_aresetn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 err="1"/>
              <a:t>rstn_i</a:t>
            </a:r>
            <a:r>
              <a:rPr lang="en-GB" dirty="0"/>
              <a:t> of </a:t>
            </a:r>
            <a:r>
              <a:rPr lang="en-GB" dirty="0" err="1"/>
              <a:t>pwm</a:t>
            </a:r>
            <a:endParaRPr lang="en-US" dirty="0"/>
          </a:p>
        </p:txBody>
      </p:sp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28DF7964-DDBB-BB82-35EB-71404FA71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772717"/>
            <a:ext cx="7010401" cy="29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108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en-GB" dirty="0"/>
              <a:t>Generate the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D9BE21B-3E94-C924-D206-236B9B48627B}"/>
              </a:ext>
            </a:extLst>
          </p:cNvPr>
          <p:cNvSpPr txBox="1"/>
          <p:nvPr/>
        </p:nvSpPr>
        <p:spPr>
          <a:xfrm>
            <a:off x="419101" y="781516"/>
            <a:ext cx="8381999" cy="2472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b="1" dirty="0">
                <a:solidFill>
                  <a:srgbClr val="002060"/>
                </a:solidFill>
                <a:ea typeface="Inter" panose="02000503000000020004" pitchFamily="2" charset="0"/>
              </a:rPr>
              <a:t>The EDA tool generates the code of our design, taking into consideration the input and output ports of the chip:</a:t>
            </a:r>
            <a:endParaRPr lang="en-GB" b="1" dirty="0">
              <a:solidFill>
                <a:srgbClr val="002060"/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Right-click on block design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“soc”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in Design Sources</a:t>
            </a:r>
            <a:endParaRPr lang="en-GB" i="1" dirty="0">
              <a:solidFill>
                <a:schemeClr val="accent2">
                  <a:lumMod val="75000"/>
                </a:schemeClr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Select Create HDL Wrapper…</a:t>
            </a:r>
          </a:p>
          <a:p>
            <a:pPr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</a:pPr>
            <a:r>
              <a:rPr lang="en-GB" dirty="0">
                <a:solidFill>
                  <a:srgbClr val="002060"/>
                </a:solidFill>
                <a:ea typeface="Inter" panose="02000503000000020004" pitchFamily="2" charset="0"/>
              </a:rPr>
              <a:t>A new window with the available modules will pop up</a:t>
            </a:r>
            <a:endParaRPr lang="en-GB" i="1" dirty="0">
              <a:solidFill>
                <a:srgbClr val="002060"/>
              </a:solidFill>
              <a:ea typeface="Baskerville Display PT" panose="02030602080406020203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+mj-lt"/>
              <a:buAutoNum type="arabicPeriod" startAt="3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ea typeface="Baskerville Display PT" panose="02030602080406020203" pitchFamily="18" charset="0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2190449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E2BC-3C3E-B8C0-046B-B604FEBC9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E8FB54-66AA-22A5-BDB3-FDED0D5B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/>
          <a:lstStyle/>
          <a:p>
            <a:r>
              <a:rPr lang="it-IT" err="1"/>
              <a:t>Implementing</a:t>
            </a:r>
            <a:r>
              <a:rPr lang="it-IT"/>
              <a:t> the Circuit on the Board</a:t>
            </a:r>
            <a:endParaRPr lang="en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13F470-3B33-7C86-B46B-865B1B555C1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00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61626C-D606-4924-A01F-402E8DCFFECA}" type="slidenum">
              <a:rPr lang="it-IT" smtClean="0"/>
              <a:pPr/>
              <a:t>44</a:t>
            </a:fld>
            <a:endParaRPr lang="it-IT"/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2D0851AD-6D99-5F5C-467F-17FD439A2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763" y="853509"/>
            <a:ext cx="3663645" cy="3436481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200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Click on </a:t>
            </a:r>
            <a:r>
              <a:rPr lang="en-GB" sz="2000" i="1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“Generate Bitstream” </a:t>
            </a:r>
            <a:r>
              <a:rPr lang="en-GB" sz="200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and the EDA Tool will provide the files to upload the design on the board</a:t>
            </a:r>
          </a:p>
          <a:p>
            <a:pPr marL="342900" indent="-342900" algn="just">
              <a:spcAft>
                <a:spcPts val="18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200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 this case, we also have some </a:t>
            </a:r>
            <a:r>
              <a:rPr lang="en-GB" sz="2000" b="1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program</a:t>
            </a:r>
            <a:r>
              <a:rPr lang="en-GB" sz="2000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running on the core</a:t>
            </a:r>
          </a:p>
          <a:p>
            <a:pPr lvl="1" algn="just">
              <a:spcAft>
                <a:spcPts val="1800"/>
              </a:spcAft>
              <a:buClr>
                <a:srgbClr val="003153"/>
              </a:buClr>
            </a:pPr>
            <a:r>
              <a:rPr lang="en-GB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 must upload the </a:t>
            </a:r>
            <a:r>
              <a:rPr lang="en-GB" b="1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code</a:t>
            </a:r>
            <a:r>
              <a:rPr lang="en-GB">
                <a:solidFill>
                  <a:srgbClr val="10749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to the memory of our SoC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A4C59C4-8067-06C6-33D0-05287CB23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72920"/>
            <a:ext cx="3983192" cy="2240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5960BC80-3C42-50A1-1382-B5AF798F7B77}"/>
              </a:ext>
            </a:extLst>
          </p:cNvPr>
          <p:cNvSpPr/>
          <p:nvPr/>
        </p:nvSpPr>
        <p:spPr>
          <a:xfrm>
            <a:off x="4572000" y="2838910"/>
            <a:ext cx="451993" cy="169085"/>
          </a:xfrm>
          <a:prstGeom prst="roundRect">
            <a:avLst/>
          </a:prstGeom>
          <a:noFill/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ttore curvo 18">
            <a:extLst>
              <a:ext uri="{FF2B5EF4-FFF2-40B4-BE49-F238E27FC236}">
                <a16:creationId xmlns:a16="http://schemas.microsoft.com/office/drawing/2014/main" id="{0DA0E615-D5F5-84D0-AF69-8AE61ED2FEE7}"/>
              </a:ext>
            </a:extLst>
          </p:cNvPr>
          <p:cNvCxnSpPr>
            <a:cxnSpLocks/>
          </p:cNvCxnSpPr>
          <p:nvPr/>
        </p:nvCxnSpPr>
        <p:spPr>
          <a:xfrm>
            <a:off x="3824577" y="2377115"/>
            <a:ext cx="823623" cy="546337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2">
                <a:lumMod val="75000"/>
                <a:alpha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56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18E9-4950-8E43-812B-107F5564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579"/>
            <a:ext cx="8382000" cy="460771"/>
          </a:xfrm>
        </p:spPr>
        <p:txBody>
          <a:bodyPr anchor="ctr">
            <a:normAutofit/>
          </a:bodyPr>
          <a:lstStyle/>
          <a:p>
            <a:r>
              <a:rPr lang="en-US" dirty="0"/>
              <a:t>Python notebook with </a:t>
            </a:r>
            <a:r>
              <a:rPr lang="en-US" dirty="0" err="1"/>
              <a:t>Pynq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FA63-3756-89E2-0E08-F7CD611D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5396285" cy="3927873"/>
          </a:xfrm>
        </p:spPr>
        <p:txBody>
          <a:bodyPr>
            <a:normAutofit/>
          </a:bodyPr>
          <a:lstStyle/>
          <a:p>
            <a:r>
              <a:rPr lang="en-US" dirty="0"/>
              <a:t>Retrieve the </a:t>
            </a:r>
            <a:r>
              <a:rPr lang="en-US" dirty="0" err="1"/>
              <a:t>soc_wrapper.bit</a:t>
            </a:r>
            <a:r>
              <a:rPr lang="en-US" dirty="0"/>
              <a:t> and </a:t>
            </a:r>
            <a:r>
              <a:rPr lang="en-US" dirty="0" err="1"/>
              <a:t>soc_wrapper.hwh</a:t>
            </a:r>
            <a:r>
              <a:rPr lang="en-US" dirty="0"/>
              <a:t> after the bitstream has been generated</a:t>
            </a:r>
          </a:p>
          <a:p>
            <a:r>
              <a:rPr lang="en-US" dirty="0"/>
              <a:t>Load the two files on the </a:t>
            </a:r>
            <a:r>
              <a:rPr lang="en-US" dirty="0" err="1"/>
              <a:t>Pynq</a:t>
            </a:r>
            <a:r>
              <a:rPr lang="en-US" dirty="0"/>
              <a:t> system of the board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EA876-44BD-C709-EEA5-1198E7B21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98" b="3"/>
          <a:stretch>
            <a:fillRect/>
          </a:stretch>
        </p:blipFill>
        <p:spPr>
          <a:xfrm>
            <a:off x="6145530" y="666750"/>
            <a:ext cx="2693669" cy="42267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33800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DD7A-D4A8-9902-492F-FA6FB7FE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Exploiting </a:t>
            </a:r>
            <a:r>
              <a:rPr lang="en-US" dirty="0" err="1"/>
              <a:t>Pynq</a:t>
            </a:r>
            <a:r>
              <a:rPr lang="en-US" dirty="0"/>
              <a:t> programming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B20D-3374-44BC-5246-F9E69AC85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to 192.168.3.1/lab and then run the python notebook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6C964A-2FD8-E534-4B31-462CF6892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35" y="1094056"/>
            <a:ext cx="6819017" cy="385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166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</a:t>
            </a:r>
            <a:r>
              <a:rPr lang="en-GB"/>
              <a:t>Attribution – Non-commercial </a:t>
            </a:r>
            <a:r>
              <a:rPr lang="en-GB" dirty="0"/>
              <a:t>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02F65B36-582D-1630-16AC-48E7B61CA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63D3736-EA9C-8EFE-194C-A8D47353A1B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2512</Words>
  <Application>Microsoft Macintosh PowerPoint</Application>
  <PresentationFormat>On-screen Show (16:9)</PresentationFormat>
  <Paragraphs>433</Paragraphs>
  <Slides>47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Inter</vt:lpstr>
      <vt:lpstr>Arial</vt:lpstr>
      <vt:lpstr>Arial Narrow</vt:lpstr>
      <vt:lpstr>Baskerville Display PT</vt:lpstr>
      <vt:lpstr>Calibri</vt:lpstr>
      <vt:lpstr>Consolas</vt:lpstr>
      <vt:lpstr>Wingdings</vt:lpstr>
      <vt:lpstr>Office Theme</vt:lpstr>
      <vt:lpstr>Lab 03: From Architectures to SoCs</vt:lpstr>
      <vt:lpstr>Hierarchical Design: From Gates to Architectures to SoCs</vt:lpstr>
      <vt:lpstr>Lab 03 Part 1: Implementation of an ALU</vt:lpstr>
      <vt:lpstr>ALU</vt:lpstr>
      <vt:lpstr>RTL Design: Input &amp; Output Ports</vt:lpstr>
      <vt:lpstr>ALU</vt:lpstr>
      <vt:lpstr>RTL Design of an Adder</vt:lpstr>
      <vt:lpstr>RTL Design of an Adder</vt:lpstr>
      <vt:lpstr>RTL Design of an Adder</vt:lpstr>
      <vt:lpstr>Verify the Design (Simulation)</vt:lpstr>
      <vt:lpstr>Verify the Design (Simulation)</vt:lpstr>
      <vt:lpstr>Lab 03 Part 2: Implementation Trade-offs (ALU Example)</vt:lpstr>
      <vt:lpstr>The Impact of Design Choices</vt:lpstr>
      <vt:lpstr>Example: Adder Architectures</vt:lpstr>
      <vt:lpstr>The Clock</vt:lpstr>
      <vt:lpstr>Adding Memory Elements to our ALU</vt:lpstr>
      <vt:lpstr>Adding Memory Elements to our ALU</vt:lpstr>
      <vt:lpstr>Adding Memory Elements to our ALU</vt:lpstr>
      <vt:lpstr>Setting Clock Constraints</vt:lpstr>
      <vt:lpstr>Setting Clock Constraints</vt:lpstr>
      <vt:lpstr>Implement the Circuit  </vt:lpstr>
      <vt:lpstr>Timing &amp; Area Reports</vt:lpstr>
      <vt:lpstr>Timing &amp; Area Reports</vt:lpstr>
      <vt:lpstr>Verify the Design (Simulation)</vt:lpstr>
      <vt:lpstr>Lab 03 Part 3: A simple SoC</vt:lpstr>
      <vt:lpstr>Laboratory: An SoC</vt:lpstr>
      <vt:lpstr>GPIO</vt:lpstr>
      <vt:lpstr>Timers</vt:lpstr>
      <vt:lpstr>Timers</vt:lpstr>
      <vt:lpstr>RTL Design of an SoC</vt:lpstr>
      <vt:lpstr>RTL Design: Main Core</vt:lpstr>
      <vt:lpstr>RTL Design: Add Peripherals</vt:lpstr>
      <vt:lpstr>Customize GPIO Peripheral: INPUT</vt:lpstr>
      <vt:lpstr>RTL Design: Add Peripherals</vt:lpstr>
      <vt:lpstr>Customize GPIO Peripheral: INPUT</vt:lpstr>
      <vt:lpstr>RTL Design: Add Custom Modules</vt:lpstr>
      <vt:lpstr>Customize pwm  module</vt:lpstr>
      <vt:lpstr>RTL Design: Input &amp; Output</vt:lpstr>
      <vt:lpstr>RTL Design: Interconnections</vt:lpstr>
      <vt:lpstr>RTL Design: Interconnections</vt:lpstr>
      <vt:lpstr>RTL Design: Interconnections</vt:lpstr>
      <vt:lpstr>Connect  reset and clock of pwm</vt:lpstr>
      <vt:lpstr>Generate the Design</vt:lpstr>
      <vt:lpstr>Implementing the Circuit on the Board</vt:lpstr>
      <vt:lpstr>Python notebook with Pynq</vt:lpstr>
      <vt:lpstr>Exploiting Pynq programming approach</vt:lpstr>
      <vt:lpstr>Authorship &amp; License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Cristiana Bolchini</cp:lastModifiedBy>
  <cp:revision>1</cp:revision>
  <dcterms:created xsi:type="dcterms:W3CDTF">2006-08-16T00:00:00Z</dcterms:created>
  <dcterms:modified xsi:type="dcterms:W3CDTF">2025-06-22T01:45:55Z</dcterms:modified>
</cp:coreProperties>
</file>