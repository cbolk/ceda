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9"/>
  </p:notesMasterIdLst>
  <p:sldIdLst>
    <p:sldId id="257" r:id="rId2"/>
    <p:sldId id="297" r:id="rId3"/>
    <p:sldId id="270" r:id="rId4"/>
    <p:sldId id="271" r:id="rId5"/>
    <p:sldId id="273" r:id="rId6"/>
    <p:sldId id="321" r:id="rId7"/>
    <p:sldId id="299" r:id="rId8"/>
    <p:sldId id="272" r:id="rId9"/>
    <p:sldId id="319" r:id="rId10"/>
    <p:sldId id="301" r:id="rId11"/>
    <p:sldId id="302" r:id="rId12"/>
    <p:sldId id="303" r:id="rId13"/>
    <p:sldId id="304" r:id="rId14"/>
    <p:sldId id="305" r:id="rId15"/>
    <p:sldId id="320" r:id="rId16"/>
    <p:sldId id="324" r:id="rId17"/>
    <p:sldId id="275" r:id="rId18"/>
    <p:sldId id="281" r:id="rId19"/>
    <p:sldId id="282" r:id="rId20"/>
    <p:sldId id="278" r:id="rId21"/>
    <p:sldId id="277" r:id="rId22"/>
    <p:sldId id="280" r:id="rId23"/>
    <p:sldId id="279" r:id="rId24"/>
    <p:sldId id="283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306" r:id="rId33"/>
    <p:sldId id="307" r:id="rId34"/>
    <p:sldId id="308" r:id="rId35"/>
    <p:sldId id="309" r:id="rId36"/>
    <p:sldId id="311" r:id="rId37"/>
    <p:sldId id="312" r:id="rId38"/>
    <p:sldId id="310" r:id="rId39"/>
    <p:sldId id="313" r:id="rId40"/>
    <p:sldId id="322" r:id="rId41"/>
    <p:sldId id="315" r:id="rId42"/>
    <p:sldId id="294" r:id="rId43"/>
    <p:sldId id="295" r:id="rId44"/>
    <p:sldId id="316" r:id="rId45"/>
    <p:sldId id="318" r:id="rId46"/>
    <p:sldId id="317" r:id="rId47"/>
    <p:sldId id="323" r:id="rId4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B800"/>
    <a:srgbClr val="DEA900"/>
    <a:srgbClr val="FF99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3594D7-A300-F741-B4E3-31AE278324ED}" v="1" dt="2025-06-13T15:48:17.884"/>
    <p1510:client id="{E81B524F-3E28-4278-BA62-C423BAEDAC80}" v="2" dt="2025-06-13T14:43:08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0"/>
    <p:restoredTop sz="94708"/>
  </p:normalViewPr>
  <p:slideViewPr>
    <p:cSldViewPr snapToGrid="0">
      <p:cViewPr>
        <p:scale>
          <a:sx n="100" d="100"/>
          <a:sy n="100" d="100"/>
        </p:scale>
        <p:origin x="-106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.jahier@polito.it" userId="S::urn:spo:guest#daniele.jahier@polito.it::" providerId="AD" clId="Web-{E81B524F-3E28-4278-BA62-C423BAEDAC80}"/>
    <pc:docChg chg="modSld">
      <pc:chgData name="daniele.jahier@polito.it" userId="S::urn:spo:guest#daniele.jahier@polito.it::" providerId="AD" clId="Web-{E81B524F-3E28-4278-BA62-C423BAEDAC80}" dt="2025-06-13T14:43:08.863" v="1" actId="14100"/>
      <pc:docMkLst>
        <pc:docMk/>
      </pc:docMkLst>
      <pc:sldChg chg="modSp">
        <pc:chgData name="daniele.jahier@polito.it" userId="S::urn:spo:guest#daniele.jahier@polito.it::" providerId="AD" clId="Web-{E81B524F-3E28-4278-BA62-C423BAEDAC80}" dt="2025-06-13T14:43:08.863" v="1" actId="14100"/>
        <pc:sldMkLst>
          <pc:docMk/>
          <pc:sldMk cId="2446345899" sldId="297"/>
        </pc:sldMkLst>
        <pc:spChg chg="mod">
          <ac:chgData name="daniele.jahier@polito.it" userId="S::urn:spo:guest#daniele.jahier@polito.it::" providerId="AD" clId="Web-{E81B524F-3E28-4278-BA62-C423BAEDAC80}" dt="2025-06-13T14:43:08.863" v="1" actId="14100"/>
          <ac:spMkLst>
            <pc:docMk/>
            <pc:sldMk cId="2446345899" sldId="297"/>
            <ac:spMk id="11" creationId="{7EFC7DCB-10AD-FF2D-1C43-76C25EB816C7}"/>
          </ac:spMkLst>
        </pc:spChg>
      </pc:sldChg>
    </pc:docChg>
  </pc:docChgLst>
  <pc:docChgLst>
    <pc:chgData name="Cristiana Bolchini" userId="6b8273cd-38c1-41dc-ba93-995a19828489" providerId="ADAL" clId="{1A3594D7-A300-F741-B4E3-31AE278324ED}"/>
    <pc:docChg chg="custSel addSld delSld modSld">
      <pc:chgData name="Cristiana Bolchini" userId="6b8273cd-38c1-41dc-ba93-995a19828489" providerId="ADAL" clId="{1A3594D7-A300-F741-B4E3-31AE278324ED}" dt="2025-06-13T15:48:17.875" v="314" actId="14826"/>
      <pc:docMkLst>
        <pc:docMk/>
      </pc:docMkLst>
      <pc:sldChg chg="modSp mod">
        <pc:chgData name="Cristiana Bolchini" userId="6b8273cd-38c1-41dc-ba93-995a19828489" providerId="ADAL" clId="{1A3594D7-A300-F741-B4E3-31AE278324ED}" dt="2025-05-08T08:23:04.226" v="0" actId="20577"/>
        <pc:sldMkLst>
          <pc:docMk/>
          <pc:sldMk cId="3274237834" sldId="257"/>
        </pc:sldMkLst>
        <pc:spChg chg="mod">
          <ac:chgData name="Cristiana Bolchini" userId="6b8273cd-38c1-41dc-ba93-995a19828489" providerId="ADAL" clId="{1A3594D7-A300-F741-B4E3-31AE278324ED}" dt="2025-05-08T08:23:04.226" v="0" actId="20577"/>
          <ac:spMkLst>
            <pc:docMk/>
            <pc:sldMk cId="3274237834" sldId="257"/>
            <ac:spMk id="3074" creationId="{00000000-0000-0000-0000-000000000000}"/>
          </ac:spMkLst>
        </pc:spChg>
      </pc:sldChg>
      <pc:sldChg chg="del">
        <pc:chgData name="Cristiana Bolchini" userId="6b8273cd-38c1-41dc-ba93-995a19828489" providerId="ADAL" clId="{1A3594D7-A300-F741-B4E3-31AE278324ED}" dt="2025-05-08T09:40:54.767" v="28" actId="2696"/>
        <pc:sldMkLst>
          <pc:docMk/>
          <pc:sldMk cId="3737680705" sldId="300"/>
        </pc:sldMkLst>
      </pc:sldChg>
      <pc:sldChg chg="addSp delSp modSp mod">
        <pc:chgData name="Cristiana Bolchini" userId="6b8273cd-38c1-41dc-ba93-995a19828489" providerId="ADAL" clId="{1A3594D7-A300-F741-B4E3-31AE278324ED}" dt="2025-05-08T10:00:19.285" v="185" actId="1076"/>
        <pc:sldMkLst>
          <pc:docMk/>
          <pc:sldMk cId="4121446304" sldId="301"/>
        </pc:sldMkLst>
        <pc:spChg chg="add mod">
          <ac:chgData name="Cristiana Bolchini" userId="6b8273cd-38c1-41dc-ba93-995a19828489" providerId="ADAL" clId="{1A3594D7-A300-F741-B4E3-31AE278324ED}" dt="2025-05-08T10:00:03.461" v="183" actId="1076"/>
          <ac:spMkLst>
            <pc:docMk/>
            <pc:sldMk cId="4121446304" sldId="301"/>
            <ac:spMk id="5" creationId="{5DF024A5-EB82-2294-2BE7-5AE2F3F5647F}"/>
          </ac:spMkLst>
        </pc:spChg>
        <pc:spChg chg="add mod">
          <ac:chgData name="Cristiana Bolchini" userId="6b8273cd-38c1-41dc-ba93-995a19828489" providerId="ADAL" clId="{1A3594D7-A300-F741-B4E3-31AE278324ED}" dt="2025-05-08T09:43:08.322" v="48" actId="20577"/>
          <ac:spMkLst>
            <pc:docMk/>
            <pc:sldMk cId="4121446304" sldId="301"/>
            <ac:spMk id="7" creationId="{6F09EE3F-7582-0F42-75A4-F7850E642921}"/>
          </ac:spMkLst>
        </pc:spChg>
        <pc:spChg chg="mod">
          <ac:chgData name="Cristiana Bolchini" userId="6b8273cd-38c1-41dc-ba93-995a19828489" providerId="ADAL" clId="{1A3594D7-A300-F741-B4E3-31AE278324ED}" dt="2025-05-08T09:42:14.659" v="33" actId="20577"/>
          <ac:spMkLst>
            <pc:docMk/>
            <pc:sldMk cId="4121446304" sldId="301"/>
            <ac:spMk id="8" creationId="{00000000-0000-0000-0000-000000000000}"/>
          </ac:spMkLst>
        </pc:spChg>
        <pc:spChg chg="add mod">
          <ac:chgData name="Cristiana Bolchini" userId="6b8273cd-38c1-41dc-ba93-995a19828489" providerId="ADAL" clId="{1A3594D7-A300-F741-B4E3-31AE278324ED}" dt="2025-05-08T10:00:03.461" v="183" actId="1076"/>
          <ac:spMkLst>
            <pc:docMk/>
            <pc:sldMk cId="4121446304" sldId="301"/>
            <ac:spMk id="11" creationId="{AF6D929C-3EE5-A5D0-AA84-F72BE1C3C0B3}"/>
          </ac:spMkLst>
        </pc:spChg>
        <pc:spChg chg="add mod">
          <ac:chgData name="Cristiana Bolchini" userId="6b8273cd-38c1-41dc-ba93-995a19828489" providerId="ADAL" clId="{1A3594D7-A300-F741-B4E3-31AE278324ED}" dt="2025-05-08T09:43:24.182" v="52" actId="1076"/>
          <ac:spMkLst>
            <pc:docMk/>
            <pc:sldMk cId="4121446304" sldId="301"/>
            <ac:spMk id="12" creationId="{66D5D206-1173-DDBF-032C-84D06190BC74}"/>
          </ac:spMkLst>
        </pc:spChg>
        <pc:spChg chg="add mod">
          <ac:chgData name="Cristiana Bolchini" userId="6b8273cd-38c1-41dc-ba93-995a19828489" providerId="ADAL" clId="{1A3594D7-A300-F741-B4E3-31AE278324ED}" dt="2025-05-08T09:45:12.659" v="68" actId="1076"/>
          <ac:spMkLst>
            <pc:docMk/>
            <pc:sldMk cId="4121446304" sldId="301"/>
            <ac:spMk id="14" creationId="{BCAFF525-1D02-05E6-998D-C3A3B09730D4}"/>
          </ac:spMkLst>
        </pc:spChg>
        <pc:spChg chg="add mod">
          <ac:chgData name="Cristiana Bolchini" userId="6b8273cd-38c1-41dc-ba93-995a19828489" providerId="ADAL" clId="{1A3594D7-A300-F741-B4E3-31AE278324ED}" dt="2025-05-08T09:44:08.223" v="57" actId="1076"/>
          <ac:spMkLst>
            <pc:docMk/>
            <pc:sldMk cId="4121446304" sldId="301"/>
            <ac:spMk id="15" creationId="{824A8747-CF39-CE02-9FD9-8C2E2EEDD921}"/>
          </ac:spMkLst>
        </pc:spChg>
        <pc:spChg chg="add mod">
          <ac:chgData name="Cristiana Bolchini" userId="6b8273cd-38c1-41dc-ba93-995a19828489" providerId="ADAL" clId="{1A3594D7-A300-F741-B4E3-31AE278324ED}" dt="2025-05-08T09:44:15.829" v="60" actId="20577"/>
          <ac:spMkLst>
            <pc:docMk/>
            <pc:sldMk cId="4121446304" sldId="301"/>
            <ac:spMk id="16" creationId="{DC78C4C4-F2DA-557A-60C2-C1D28F49C126}"/>
          </ac:spMkLst>
        </pc:spChg>
        <pc:spChg chg="add mod">
          <ac:chgData name="Cristiana Bolchini" userId="6b8273cd-38c1-41dc-ba93-995a19828489" providerId="ADAL" clId="{1A3594D7-A300-F741-B4E3-31AE278324ED}" dt="2025-05-08T10:00:03.461" v="183" actId="1076"/>
          <ac:spMkLst>
            <pc:docMk/>
            <pc:sldMk cId="4121446304" sldId="301"/>
            <ac:spMk id="18" creationId="{3221FBD0-1E96-CC46-3979-6621F5A23DB4}"/>
          </ac:spMkLst>
        </pc:spChg>
        <pc:spChg chg="add mod">
          <ac:chgData name="Cristiana Bolchini" userId="6b8273cd-38c1-41dc-ba93-995a19828489" providerId="ADAL" clId="{1A3594D7-A300-F741-B4E3-31AE278324ED}" dt="2025-05-08T09:44:58.988" v="64" actId="1076"/>
          <ac:spMkLst>
            <pc:docMk/>
            <pc:sldMk cId="4121446304" sldId="301"/>
            <ac:spMk id="19" creationId="{43621BDA-470E-05E9-280B-1C616752F59D}"/>
          </ac:spMkLst>
        </pc:spChg>
        <pc:spChg chg="add mod">
          <ac:chgData name="Cristiana Bolchini" userId="6b8273cd-38c1-41dc-ba93-995a19828489" providerId="ADAL" clId="{1A3594D7-A300-F741-B4E3-31AE278324ED}" dt="2025-05-08T09:45:04.588" v="65" actId="1076"/>
          <ac:spMkLst>
            <pc:docMk/>
            <pc:sldMk cId="4121446304" sldId="301"/>
            <ac:spMk id="20" creationId="{EED64589-5E38-431E-34A6-4CC8EBEBE63C}"/>
          </ac:spMkLst>
        </pc:spChg>
        <pc:spChg chg="add mod">
          <ac:chgData name="Cristiana Bolchini" userId="6b8273cd-38c1-41dc-ba93-995a19828489" providerId="ADAL" clId="{1A3594D7-A300-F741-B4E3-31AE278324ED}" dt="2025-05-08T09:44:58.988" v="64" actId="1076"/>
          <ac:spMkLst>
            <pc:docMk/>
            <pc:sldMk cId="4121446304" sldId="301"/>
            <ac:spMk id="21" creationId="{CD065376-6786-CC20-71CA-68EB5E948C55}"/>
          </ac:spMkLst>
        </pc:spChg>
        <pc:spChg chg="add mod">
          <ac:chgData name="Cristiana Bolchini" userId="6b8273cd-38c1-41dc-ba93-995a19828489" providerId="ADAL" clId="{1A3594D7-A300-F741-B4E3-31AE278324ED}" dt="2025-05-08T09:44:58.988" v="64" actId="1076"/>
          <ac:spMkLst>
            <pc:docMk/>
            <pc:sldMk cId="4121446304" sldId="301"/>
            <ac:spMk id="22" creationId="{F3CE5B15-ADCA-5E4F-78E6-283BAD3026DE}"/>
          </ac:spMkLst>
        </pc:spChg>
        <pc:spChg chg="add mod">
          <ac:chgData name="Cristiana Bolchini" userId="6b8273cd-38c1-41dc-ba93-995a19828489" providerId="ADAL" clId="{1A3594D7-A300-F741-B4E3-31AE278324ED}" dt="2025-05-08T09:47:07.189" v="80" actId="20577"/>
          <ac:spMkLst>
            <pc:docMk/>
            <pc:sldMk cId="4121446304" sldId="301"/>
            <ac:spMk id="23" creationId="{66A52E51-24F8-1B60-E3FE-ABE4FEC39F76}"/>
          </ac:spMkLst>
        </pc:spChg>
        <pc:spChg chg="add mod">
          <ac:chgData name="Cristiana Bolchini" userId="6b8273cd-38c1-41dc-ba93-995a19828489" providerId="ADAL" clId="{1A3594D7-A300-F741-B4E3-31AE278324ED}" dt="2025-05-08T10:00:19.285" v="185" actId="1076"/>
          <ac:spMkLst>
            <pc:docMk/>
            <pc:sldMk cId="4121446304" sldId="301"/>
            <ac:spMk id="24" creationId="{C2A5029C-58F8-4F53-CD0A-2399070652CF}"/>
          </ac:spMkLst>
        </pc:spChg>
        <pc:picChg chg="add mod">
          <ac:chgData name="Cristiana Bolchini" userId="6b8273cd-38c1-41dc-ba93-995a19828489" providerId="ADAL" clId="{1A3594D7-A300-F741-B4E3-31AE278324ED}" dt="2025-05-08T09:42:30.269" v="36" actId="1076"/>
          <ac:picMkLst>
            <pc:docMk/>
            <pc:sldMk cId="4121446304" sldId="301"/>
            <ac:picMk id="4" creationId="{8336C7A7-81BA-63B1-6755-E04A5CE8F4E5}"/>
          </ac:picMkLst>
        </pc:picChg>
        <pc:picChg chg="add mod">
          <ac:chgData name="Cristiana Bolchini" userId="6b8273cd-38c1-41dc-ba93-995a19828489" providerId="ADAL" clId="{1A3594D7-A300-F741-B4E3-31AE278324ED}" dt="2025-05-08T09:43:16.279" v="50" actId="1076"/>
          <ac:picMkLst>
            <pc:docMk/>
            <pc:sldMk cId="4121446304" sldId="301"/>
            <ac:picMk id="9" creationId="{3B9A3765-09A9-4036-88F4-C5ECE09583CF}"/>
          </ac:picMkLst>
        </pc:picChg>
        <pc:picChg chg="add mod">
          <ac:chgData name="Cristiana Bolchini" userId="6b8273cd-38c1-41dc-ba93-995a19828489" providerId="ADAL" clId="{1A3594D7-A300-F741-B4E3-31AE278324ED}" dt="2025-05-08T09:44:58.988" v="64" actId="1076"/>
          <ac:picMkLst>
            <pc:docMk/>
            <pc:sldMk cId="4121446304" sldId="301"/>
            <ac:picMk id="17" creationId="{50E4F165-62D4-EB47-36E3-E9FF8B5C7A82}"/>
          </ac:picMkLst>
        </pc:picChg>
      </pc:sldChg>
      <pc:sldChg chg="addSp delSp modSp mod">
        <pc:chgData name="Cristiana Bolchini" userId="6b8273cd-38c1-41dc-ba93-995a19828489" providerId="ADAL" clId="{1A3594D7-A300-F741-B4E3-31AE278324ED}" dt="2025-05-08T09:59:56.123" v="182" actId="1076"/>
        <pc:sldMkLst>
          <pc:docMk/>
          <pc:sldMk cId="3610252429" sldId="302"/>
        </pc:sldMkLst>
        <pc:spChg chg="mod">
          <ac:chgData name="Cristiana Bolchini" userId="6b8273cd-38c1-41dc-ba93-995a19828489" providerId="ADAL" clId="{1A3594D7-A300-F741-B4E3-31AE278324ED}" dt="2025-05-08T09:45:41.695" v="71" actId="20577"/>
          <ac:spMkLst>
            <pc:docMk/>
            <pc:sldMk cId="3610252429" sldId="302"/>
            <ac:spMk id="3" creationId="{00000000-0000-0000-0000-000000000000}"/>
          </ac:spMkLst>
        </pc:spChg>
        <pc:spChg chg="add mod">
          <ac:chgData name="Cristiana Bolchini" userId="6b8273cd-38c1-41dc-ba93-995a19828489" providerId="ADAL" clId="{1A3594D7-A300-F741-B4E3-31AE278324ED}" dt="2025-05-08T09:59:56.123" v="182" actId="1076"/>
          <ac:spMkLst>
            <pc:docMk/>
            <pc:sldMk cId="3610252429" sldId="302"/>
            <ac:spMk id="8" creationId="{24E5087C-E396-43ED-EA90-59D836762E42}"/>
          </ac:spMkLst>
        </pc:spChg>
        <pc:spChg chg="add mod">
          <ac:chgData name="Cristiana Bolchini" userId="6b8273cd-38c1-41dc-ba93-995a19828489" providerId="ADAL" clId="{1A3594D7-A300-F741-B4E3-31AE278324ED}" dt="2025-05-08T09:46:05.757" v="74" actId="1076"/>
          <ac:spMkLst>
            <pc:docMk/>
            <pc:sldMk cId="3610252429" sldId="302"/>
            <ac:spMk id="9" creationId="{529DA2BB-63ED-2FC8-2B72-737A4F13C425}"/>
          </ac:spMkLst>
        </pc:spChg>
        <pc:spChg chg="add mod">
          <ac:chgData name="Cristiana Bolchini" userId="6b8273cd-38c1-41dc-ba93-995a19828489" providerId="ADAL" clId="{1A3594D7-A300-F741-B4E3-31AE278324ED}" dt="2025-05-08T09:46:05.757" v="74" actId="1076"/>
          <ac:spMkLst>
            <pc:docMk/>
            <pc:sldMk cId="3610252429" sldId="302"/>
            <ac:spMk id="10" creationId="{C2620BDA-28F9-9401-B2ED-B831A030A1F0}"/>
          </ac:spMkLst>
        </pc:spChg>
        <pc:spChg chg="add mod">
          <ac:chgData name="Cristiana Bolchini" userId="6b8273cd-38c1-41dc-ba93-995a19828489" providerId="ADAL" clId="{1A3594D7-A300-F741-B4E3-31AE278324ED}" dt="2025-05-08T09:46:05.757" v="74" actId="1076"/>
          <ac:spMkLst>
            <pc:docMk/>
            <pc:sldMk cId="3610252429" sldId="302"/>
            <ac:spMk id="11" creationId="{A8B5D1C2-6CC8-E5F7-FF2E-8DADB5B4BEBB}"/>
          </ac:spMkLst>
        </pc:spChg>
        <pc:spChg chg="add mod">
          <ac:chgData name="Cristiana Bolchini" userId="6b8273cd-38c1-41dc-ba93-995a19828489" providerId="ADAL" clId="{1A3594D7-A300-F741-B4E3-31AE278324ED}" dt="2025-05-08T09:46:05.757" v="74" actId="1076"/>
          <ac:spMkLst>
            <pc:docMk/>
            <pc:sldMk cId="3610252429" sldId="302"/>
            <ac:spMk id="12" creationId="{56907F5A-D7CE-34AA-3AE2-3720D1FE6B7B}"/>
          </ac:spMkLst>
        </pc:spChg>
        <pc:spChg chg="add mod">
          <ac:chgData name="Cristiana Bolchini" userId="6b8273cd-38c1-41dc-ba93-995a19828489" providerId="ADAL" clId="{1A3594D7-A300-F741-B4E3-31AE278324ED}" dt="2025-05-08T09:46:55.854" v="79" actId="20577"/>
          <ac:spMkLst>
            <pc:docMk/>
            <pc:sldMk cId="3610252429" sldId="302"/>
            <ac:spMk id="13" creationId="{16D7071C-E2D9-5A91-5C37-0CAD955BAEBF}"/>
          </ac:spMkLst>
        </pc:spChg>
        <pc:spChg chg="add mod">
          <ac:chgData name="Cristiana Bolchini" userId="6b8273cd-38c1-41dc-ba93-995a19828489" providerId="ADAL" clId="{1A3594D7-A300-F741-B4E3-31AE278324ED}" dt="2025-05-08T09:59:56.123" v="182" actId="1076"/>
          <ac:spMkLst>
            <pc:docMk/>
            <pc:sldMk cId="3610252429" sldId="302"/>
            <ac:spMk id="15" creationId="{B8D8F08F-87A9-51D4-23F6-0F8EB08999F0}"/>
          </ac:spMkLst>
        </pc:spChg>
        <pc:spChg chg="add mod">
          <ac:chgData name="Cristiana Bolchini" userId="6b8273cd-38c1-41dc-ba93-995a19828489" providerId="ADAL" clId="{1A3594D7-A300-F741-B4E3-31AE278324ED}" dt="2025-05-08T09:46:13.046" v="76" actId="1076"/>
          <ac:spMkLst>
            <pc:docMk/>
            <pc:sldMk cId="3610252429" sldId="302"/>
            <ac:spMk id="16" creationId="{65AC6C2E-A018-97D1-FFB2-2834EF54786D}"/>
          </ac:spMkLst>
        </pc:spChg>
        <pc:spChg chg="add mod">
          <ac:chgData name="Cristiana Bolchini" userId="6b8273cd-38c1-41dc-ba93-995a19828489" providerId="ADAL" clId="{1A3594D7-A300-F741-B4E3-31AE278324ED}" dt="2025-05-08T09:46:13.046" v="76" actId="1076"/>
          <ac:spMkLst>
            <pc:docMk/>
            <pc:sldMk cId="3610252429" sldId="302"/>
            <ac:spMk id="17" creationId="{AC04B39D-C451-08ED-A66D-6C81DD9D17F9}"/>
          </ac:spMkLst>
        </pc:spChg>
        <pc:spChg chg="add mod">
          <ac:chgData name="Cristiana Bolchini" userId="6b8273cd-38c1-41dc-ba93-995a19828489" providerId="ADAL" clId="{1A3594D7-A300-F741-B4E3-31AE278324ED}" dt="2025-05-08T09:46:13.046" v="76" actId="1076"/>
          <ac:spMkLst>
            <pc:docMk/>
            <pc:sldMk cId="3610252429" sldId="302"/>
            <ac:spMk id="18" creationId="{41219AF3-AD76-37D0-9EA1-BFB7BEB50F03}"/>
          </ac:spMkLst>
        </pc:spChg>
        <pc:spChg chg="add mod">
          <ac:chgData name="Cristiana Bolchini" userId="6b8273cd-38c1-41dc-ba93-995a19828489" providerId="ADAL" clId="{1A3594D7-A300-F741-B4E3-31AE278324ED}" dt="2025-05-08T09:46:13.046" v="76" actId="1076"/>
          <ac:spMkLst>
            <pc:docMk/>
            <pc:sldMk cId="3610252429" sldId="302"/>
            <ac:spMk id="19" creationId="{56181F73-1581-1762-13E2-FF290EF0D994}"/>
          </ac:spMkLst>
        </pc:spChg>
        <pc:spChg chg="add mod">
          <ac:chgData name="Cristiana Bolchini" userId="6b8273cd-38c1-41dc-ba93-995a19828489" providerId="ADAL" clId="{1A3594D7-A300-F741-B4E3-31AE278324ED}" dt="2025-05-08T09:47:15.050" v="81" actId="20577"/>
          <ac:spMkLst>
            <pc:docMk/>
            <pc:sldMk cId="3610252429" sldId="302"/>
            <ac:spMk id="20" creationId="{1C924EAE-E901-92E1-1404-D682314FD58F}"/>
          </ac:spMkLst>
        </pc:spChg>
        <pc:spChg chg="add mod">
          <ac:chgData name="Cristiana Bolchini" userId="6b8273cd-38c1-41dc-ba93-995a19828489" providerId="ADAL" clId="{1A3594D7-A300-F741-B4E3-31AE278324ED}" dt="2025-05-08T09:48:39.653" v="137" actId="20577"/>
          <ac:spMkLst>
            <pc:docMk/>
            <pc:sldMk cId="3610252429" sldId="302"/>
            <ac:spMk id="24" creationId="{5B13D8D8-E6D4-E8F8-09E0-EA67AAD555E5}"/>
          </ac:spMkLst>
        </pc:spChg>
        <pc:picChg chg="add mod">
          <ac:chgData name="Cristiana Bolchini" userId="6b8273cd-38c1-41dc-ba93-995a19828489" providerId="ADAL" clId="{1A3594D7-A300-F741-B4E3-31AE278324ED}" dt="2025-05-08T09:46:05.757" v="74" actId="1076"/>
          <ac:picMkLst>
            <pc:docMk/>
            <pc:sldMk cId="3610252429" sldId="302"/>
            <ac:picMk id="7" creationId="{D9D188C6-F7B7-01DB-E6F8-2186E2B59CA9}"/>
          </ac:picMkLst>
        </pc:picChg>
        <pc:picChg chg="add mod">
          <ac:chgData name="Cristiana Bolchini" userId="6b8273cd-38c1-41dc-ba93-995a19828489" providerId="ADAL" clId="{1A3594D7-A300-F741-B4E3-31AE278324ED}" dt="2025-05-08T09:46:13.046" v="76" actId="1076"/>
          <ac:picMkLst>
            <pc:docMk/>
            <pc:sldMk cId="3610252429" sldId="302"/>
            <ac:picMk id="14" creationId="{E49E8789-70E1-ECAD-5037-E8B45805711F}"/>
          </ac:picMkLst>
        </pc:picChg>
        <pc:cxnChg chg="add mod">
          <ac:chgData name="Cristiana Bolchini" userId="6b8273cd-38c1-41dc-ba93-995a19828489" providerId="ADAL" clId="{1A3594D7-A300-F741-B4E3-31AE278324ED}" dt="2025-05-08T09:48:57.319" v="140" actId="1076"/>
          <ac:cxnSpMkLst>
            <pc:docMk/>
            <pc:sldMk cId="3610252429" sldId="302"/>
            <ac:cxnSpMk id="26" creationId="{DE3650C0-8440-32A6-20E3-CEDCDB61AD38}"/>
          </ac:cxnSpMkLst>
        </pc:cxnChg>
      </pc:sldChg>
      <pc:sldChg chg="addSp delSp modSp mod">
        <pc:chgData name="Cristiana Bolchini" userId="6b8273cd-38c1-41dc-ba93-995a19828489" providerId="ADAL" clId="{1A3594D7-A300-F741-B4E3-31AE278324ED}" dt="2025-05-08T09:59:48.187" v="181" actId="1076"/>
        <pc:sldMkLst>
          <pc:docMk/>
          <pc:sldMk cId="3610252429" sldId="303"/>
        </pc:sldMkLst>
        <pc:spChg chg="mod">
          <ac:chgData name="Cristiana Bolchini" userId="6b8273cd-38c1-41dc-ba93-995a19828489" providerId="ADAL" clId="{1A3594D7-A300-F741-B4E3-31AE278324ED}" dt="2025-05-08T09:49:13.341" v="143" actId="20577"/>
          <ac:spMkLst>
            <pc:docMk/>
            <pc:sldMk cId="3610252429" sldId="303"/>
            <ac:spMk id="7" creationId="{00000000-0000-0000-0000-000000000000}"/>
          </ac:spMkLst>
        </pc:spChg>
        <pc:spChg chg="add mod">
          <ac:chgData name="Cristiana Bolchini" userId="6b8273cd-38c1-41dc-ba93-995a19828489" providerId="ADAL" clId="{1A3594D7-A300-F741-B4E3-31AE278324ED}" dt="2025-05-08T09:59:48.187" v="181" actId="1076"/>
          <ac:spMkLst>
            <pc:docMk/>
            <pc:sldMk cId="3610252429" sldId="303"/>
            <ac:spMk id="12" creationId="{129D9245-3D6D-6E74-FF26-63660B9FE331}"/>
          </ac:spMkLst>
        </pc:spChg>
        <pc:spChg chg="add mod">
          <ac:chgData name="Cristiana Bolchini" userId="6b8273cd-38c1-41dc-ba93-995a19828489" providerId="ADAL" clId="{1A3594D7-A300-F741-B4E3-31AE278324ED}" dt="2025-05-08T09:49:47.969" v="148" actId="1076"/>
          <ac:spMkLst>
            <pc:docMk/>
            <pc:sldMk cId="3610252429" sldId="303"/>
            <ac:spMk id="13" creationId="{BFFFD1DD-6E97-A38B-A157-2AB16E63B8C5}"/>
          </ac:spMkLst>
        </pc:spChg>
        <pc:spChg chg="add mod">
          <ac:chgData name="Cristiana Bolchini" userId="6b8273cd-38c1-41dc-ba93-995a19828489" providerId="ADAL" clId="{1A3594D7-A300-F741-B4E3-31AE278324ED}" dt="2025-05-08T09:49:47.969" v="148" actId="1076"/>
          <ac:spMkLst>
            <pc:docMk/>
            <pc:sldMk cId="3610252429" sldId="303"/>
            <ac:spMk id="14" creationId="{F7CF6BFE-B4D0-DBA9-2B97-3683706361CE}"/>
          </ac:spMkLst>
        </pc:spChg>
        <pc:spChg chg="add mod">
          <ac:chgData name="Cristiana Bolchini" userId="6b8273cd-38c1-41dc-ba93-995a19828489" providerId="ADAL" clId="{1A3594D7-A300-F741-B4E3-31AE278324ED}" dt="2025-05-08T09:49:47.969" v="148" actId="1076"/>
          <ac:spMkLst>
            <pc:docMk/>
            <pc:sldMk cId="3610252429" sldId="303"/>
            <ac:spMk id="15" creationId="{7ACD3C06-4EA8-B109-9E93-A5BDEAA2859C}"/>
          </ac:spMkLst>
        </pc:spChg>
        <pc:spChg chg="add mod">
          <ac:chgData name="Cristiana Bolchini" userId="6b8273cd-38c1-41dc-ba93-995a19828489" providerId="ADAL" clId="{1A3594D7-A300-F741-B4E3-31AE278324ED}" dt="2025-05-08T09:49:47.969" v="148" actId="1076"/>
          <ac:spMkLst>
            <pc:docMk/>
            <pc:sldMk cId="3610252429" sldId="303"/>
            <ac:spMk id="16" creationId="{BF036772-A03A-A56F-E244-30246A1C3422}"/>
          </ac:spMkLst>
        </pc:spChg>
        <pc:spChg chg="add mod">
          <ac:chgData name="Cristiana Bolchini" userId="6b8273cd-38c1-41dc-ba93-995a19828489" providerId="ADAL" clId="{1A3594D7-A300-F741-B4E3-31AE278324ED}" dt="2025-05-08T09:49:47.969" v="148" actId="1076"/>
          <ac:spMkLst>
            <pc:docMk/>
            <pc:sldMk cId="3610252429" sldId="303"/>
            <ac:spMk id="17" creationId="{18F55564-4BAD-65DE-FEBB-579209B226DA}"/>
          </ac:spMkLst>
        </pc:spChg>
        <pc:spChg chg="add mod">
          <ac:chgData name="Cristiana Bolchini" userId="6b8273cd-38c1-41dc-ba93-995a19828489" providerId="ADAL" clId="{1A3594D7-A300-F741-B4E3-31AE278324ED}" dt="2025-05-08T09:59:48.187" v="181" actId="1076"/>
          <ac:spMkLst>
            <pc:docMk/>
            <pc:sldMk cId="3610252429" sldId="303"/>
            <ac:spMk id="19" creationId="{99ADEF19-13A1-FCF8-9202-D2EFC86B8FA1}"/>
          </ac:spMkLst>
        </pc:spChg>
        <pc:spChg chg="add mod">
          <ac:chgData name="Cristiana Bolchini" userId="6b8273cd-38c1-41dc-ba93-995a19828489" providerId="ADAL" clId="{1A3594D7-A300-F741-B4E3-31AE278324ED}" dt="2025-05-08T09:49:55.017" v="151" actId="1076"/>
          <ac:spMkLst>
            <pc:docMk/>
            <pc:sldMk cId="3610252429" sldId="303"/>
            <ac:spMk id="20" creationId="{621CDCCE-A38F-8D7C-9FC3-C8C7EABD2077}"/>
          </ac:spMkLst>
        </pc:spChg>
        <pc:spChg chg="add mod">
          <ac:chgData name="Cristiana Bolchini" userId="6b8273cd-38c1-41dc-ba93-995a19828489" providerId="ADAL" clId="{1A3594D7-A300-F741-B4E3-31AE278324ED}" dt="2025-05-08T09:49:55.017" v="151" actId="1076"/>
          <ac:spMkLst>
            <pc:docMk/>
            <pc:sldMk cId="3610252429" sldId="303"/>
            <ac:spMk id="21" creationId="{B434BBFB-4A8B-7F5D-8A61-43575E8E680A}"/>
          </ac:spMkLst>
        </pc:spChg>
        <pc:spChg chg="add mod">
          <ac:chgData name="Cristiana Bolchini" userId="6b8273cd-38c1-41dc-ba93-995a19828489" providerId="ADAL" clId="{1A3594D7-A300-F741-B4E3-31AE278324ED}" dt="2025-05-08T09:50:07.177" v="153" actId="207"/>
          <ac:spMkLst>
            <pc:docMk/>
            <pc:sldMk cId="3610252429" sldId="303"/>
            <ac:spMk id="22" creationId="{B8432ADD-3159-41EC-8C3C-188B2DCB33F0}"/>
          </ac:spMkLst>
        </pc:spChg>
        <pc:spChg chg="add mod">
          <ac:chgData name="Cristiana Bolchini" userId="6b8273cd-38c1-41dc-ba93-995a19828489" providerId="ADAL" clId="{1A3594D7-A300-F741-B4E3-31AE278324ED}" dt="2025-05-08T09:49:55.017" v="151" actId="1076"/>
          <ac:spMkLst>
            <pc:docMk/>
            <pc:sldMk cId="3610252429" sldId="303"/>
            <ac:spMk id="23" creationId="{EDBCA902-4601-6A11-0380-CC8FB937A971}"/>
          </ac:spMkLst>
        </pc:spChg>
        <pc:spChg chg="add mod">
          <ac:chgData name="Cristiana Bolchini" userId="6b8273cd-38c1-41dc-ba93-995a19828489" providerId="ADAL" clId="{1A3594D7-A300-F741-B4E3-31AE278324ED}" dt="2025-05-08T09:49:55.017" v="151" actId="1076"/>
          <ac:spMkLst>
            <pc:docMk/>
            <pc:sldMk cId="3610252429" sldId="303"/>
            <ac:spMk id="24" creationId="{1D04402E-329B-A2A7-8C88-2AE6DF9F23A6}"/>
          </ac:spMkLst>
        </pc:spChg>
        <pc:spChg chg="add mod">
          <ac:chgData name="Cristiana Bolchini" userId="6b8273cd-38c1-41dc-ba93-995a19828489" providerId="ADAL" clId="{1A3594D7-A300-F741-B4E3-31AE278324ED}" dt="2025-05-08T09:59:48.187" v="181" actId="1076"/>
          <ac:spMkLst>
            <pc:docMk/>
            <pc:sldMk cId="3610252429" sldId="303"/>
            <ac:spMk id="26" creationId="{CEB55DE5-1F3C-C6E7-0062-0BE618FCD0CB}"/>
          </ac:spMkLst>
        </pc:spChg>
        <pc:spChg chg="add mod">
          <ac:chgData name="Cristiana Bolchini" userId="6b8273cd-38c1-41dc-ba93-995a19828489" providerId="ADAL" clId="{1A3594D7-A300-F741-B4E3-31AE278324ED}" dt="2025-05-08T09:51:01.408" v="162" actId="207"/>
          <ac:spMkLst>
            <pc:docMk/>
            <pc:sldMk cId="3610252429" sldId="303"/>
            <ac:spMk id="27" creationId="{371D490A-6A2A-B9E7-C2A0-0109AB279AFE}"/>
          </ac:spMkLst>
        </pc:spChg>
        <pc:spChg chg="add mod">
          <ac:chgData name="Cristiana Bolchini" userId="6b8273cd-38c1-41dc-ba93-995a19828489" providerId="ADAL" clId="{1A3594D7-A300-F741-B4E3-31AE278324ED}" dt="2025-05-08T09:50:29.273" v="156" actId="1076"/>
          <ac:spMkLst>
            <pc:docMk/>
            <pc:sldMk cId="3610252429" sldId="303"/>
            <ac:spMk id="28" creationId="{6DECB25A-CAA2-A264-0627-D99CA18D971C}"/>
          </ac:spMkLst>
        </pc:spChg>
        <pc:spChg chg="add mod">
          <ac:chgData name="Cristiana Bolchini" userId="6b8273cd-38c1-41dc-ba93-995a19828489" providerId="ADAL" clId="{1A3594D7-A300-F741-B4E3-31AE278324ED}" dt="2025-05-08T09:50:29.273" v="156" actId="1076"/>
          <ac:spMkLst>
            <pc:docMk/>
            <pc:sldMk cId="3610252429" sldId="303"/>
            <ac:spMk id="29" creationId="{8581A760-88CA-D043-74DC-CC413D5994AA}"/>
          </ac:spMkLst>
        </pc:spChg>
        <pc:spChg chg="add mod">
          <ac:chgData name="Cristiana Bolchini" userId="6b8273cd-38c1-41dc-ba93-995a19828489" providerId="ADAL" clId="{1A3594D7-A300-F741-B4E3-31AE278324ED}" dt="2025-05-08T09:50:35.790" v="158" actId="20577"/>
          <ac:spMkLst>
            <pc:docMk/>
            <pc:sldMk cId="3610252429" sldId="303"/>
            <ac:spMk id="30" creationId="{B534A205-F669-B9A2-A0DB-E2E1F76FA27B}"/>
          </ac:spMkLst>
        </pc:spChg>
        <pc:spChg chg="add mod">
          <ac:chgData name="Cristiana Bolchini" userId="6b8273cd-38c1-41dc-ba93-995a19828489" providerId="ADAL" clId="{1A3594D7-A300-F741-B4E3-31AE278324ED}" dt="2025-05-08T09:50:46.373" v="160" actId="20577"/>
          <ac:spMkLst>
            <pc:docMk/>
            <pc:sldMk cId="3610252429" sldId="303"/>
            <ac:spMk id="31" creationId="{887B22EC-7FC5-BCDF-1A5A-F1C722C671A7}"/>
          </ac:spMkLst>
        </pc:spChg>
        <pc:spChg chg="add mod">
          <ac:chgData name="Cristiana Bolchini" userId="6b8273cd-38c1-41dc-ba93-995a19828489" providerId="ADAL" clId="{1A3594D7-A300-F741-B4E3-31AE278324ED}" dt="2025-05-08T09:59:48.187" v="181" actId="1076"/>
          <ac:spMkLst>
            <pc:docMk/>
            <pc:sldMk cId="3610252429" sldId="303"/>
            <ac:spMk id="33" creationId="{B5FAAB70-B6AD-2666-AB3C-D5F6D5ADFDD7}"/>
          </ac:spMkLst>
        </pc:spChg>
        <pc:spChg chg="add mod">
          <ac:chgData name="Cristiana Bolchini" userId="6b8273cd-38c1-41dc-ba93-995a19828489" providerId="ADAL" clId="{1A3594D7-A300-F741-B4E3-31AE278324ED}" dt="2025-05-08T09:51:09.979" v="164" actId="1076"/>
          <ac:spMkLst>
            <pc:docMk/>
            <pc:sldMk cId="3610252429" sldId="303"/>
            <ac:spMk id="34" creationId="{C4E9C22C-F0F9-77FE-BFA2-61390A0E2174}"/>
          </ac:spMkLst>
        </pc:spChg>
        <pc:spChg chg="add mod">
          <ac:chgData name="Cristiana Bolchini" userId="6b8273cd-38c1-41dc-ba93-995a19828489" providerId="ADAL" clId="{1A3594D7-A300-F741-B4E3-31AE278324ED}" dt="2025-05-08T09:51:15.304" v="166" actId="20577"/>
          <ac:spMkLst>
            <pc:docMk/>
            <pc:sldMk cId="3610252429" sldId="303"/>
            <ac:spMk id="35" creationId="{4637878D-7444-F9A0-B5E7-458807233852}"/>
          </ac:spMkLst>
        </pc:spChg>
        <pc:spChg chg="add mod">
          <ac:chgData name="Cristiana Bolchini" userId="6b8273cd-38c1-41dc-ba93-995a19828489" providerId="ADAL" clId="{1A3594D7-A300-F741-B4E3-31AE278324ED}" dt="2025-05-08T09:51:09.979" v="164" actId="1076"/>
          <ac:spMkLst>
            <pc:docMk/>
            <pc:sldMk cId="3610252429" sldId="303"/>
            <ac:spMk id="36" creationId="{F2B233DC-48CC-0962-5545-0ED20D6D2C18}"/>
          </ac:spMkLst>
        </pc:spChg>
        <pc:spChg chg="add mod">
          <ac:chgData name="Cristiana Bolchini" userId="6b8273cd-38c1-41dc-ba93-995a19828489" providerId="ADAL" clId="{1A3594D7-A300-F741-B4E3-31AE278324ED}" dt="2025-05-08T09:51:09.979" v="164" actId="1076"/>
          <ac:spMkLst>
            <pc:docMk/>
            <pc:sldMk cId="3610252429" sldId="303"/>
            <ac:spMk id="37" creationId="{FF509E84-87CF-49A2-6CF8-8FFE2A5840DF}"/>
          </ac:spMkLst>
        </pc:spChg>
        <pc:spChg chg="add mod">
          <ac:chgData name="Cristiana Bolchini" userId="6b8273cd-38c1-41dc-ba93-995a19828489" providerId="ADAL" clId="{1A3594D7-A300-F741-B4E3-31AE278324ED}" dt="2025-05-08T09:51:09.979" v="164" actId="1076"/>
          <ac:spMkLst>
            <pc:docMk/>
            <pc:sldMk cId="3610252429" sldId="303"/>
            <ac:spMk id="38" creationId="{81FE3E02-2D41-1C4F-9388-2EC1E51C2FCF}"/>
          </ac:spMkLst>
        </pc:spChg>
        <pc:picChg chg="add mod">
          <ac:chgData name="Cristiana Bolchini" userId="6b8273cd-38c1-41dc-ba93-995a19828489" providerId="ADAL" clId="{1A3594D7-A300-F741-B4E3-31AE278324ED}" dt="2025-05-08T09:49:47.969" v="148" actId="1076"/>
          <ac:picMkLst>
            <pc:docMk/>
            <pc:sldMk cId="3610252429" sldId="303"/>
            <ac:picMk id="10" creationId="{40ACDD44-9FDC-FE46-EA56-6348A5D250D8}"/>
          </ac:picMkLst>
        </pc:picChg>
        <pc:picChg chg="add mod">
          <ac:chgData name="Cristiana Bolchini" userId="6b8273cd-38c1-41dc-ba93-995a19828489" providerId="ADAL" clId="{1A3594D7-A300-F741-B4E3-31AE278324ED}" dt="2025-05-08T09:49:55.017" v="151" actId="1076"/>
          <ac:picMkLst>
            <pc:docMk/>
            <pc:sldMk cId="3610252429" sldId="303"/>
            <ac:picMk id="18" creationId="{3E582511-25F9-9C27-9C18-CC420409481B}"/>
          </ac:picMkLst>
        </pc:picChg>
        <pc:picChg chg="add mod">
          <ac:chgData name="Cristiana Bolchini" userId="6b8273cd-38c1-41dc-ba93-995a19828489" providerId="ADAL" clId="{1A3594D7-A300-F741-B4E3-31AE278324ED}" dt="2025-05-08T09:50:29.273" v="156" actId="1076"/>
          <ac:picMkLst>
            <pc:docMk/>
            <pc:sldMk cId="3610252429" sldId="303"/>
            <ac:picMk id="25" creationId="{AB31D084-DE92-6F00-6D46-9DFFF67D044F}"/>
          </ac:picMkLst>
        </pc:picChg>
        <pc:picChg chg="add mod">
          <ac:chgData name="Cristiana Bolchini" userId="6b8273cd-38c1-41dc-ba93-995a19828489" providerId="ADAL" clId="{1A3594D7-A300-F741-B4E3-31AE278324ED}" dt="2025-05-08T09:51:09.979" v="164" actId="1076"/>
          <ac:picMkLst>
            <pc:docMk/>
            <pc:sldMk cId="3610252429" sldId="303"/>
            <ac:picMk id="32" creationId="{B01861E2-C8BD-DEB2-6E2A-7441FA37DD68}"/>
          </ac:picMkLst>
        </pc:picChg>
        <pc:cxnChg chg="mod">
          <ac:chgData name="Cristiana Bolchini" userId="6b8273cd-38c1-41dc-ba93-995a19828489" providerId="ADAL" clId="{1A3594D7-A300-F741-B4E3-31AE278324ED}" dt="2025-05-08T09:49:49.782" v="149" actId="1076"/>
          <ac:cxnSpMkLst>
            <pc:docMk/>
            <pc:sldMk cId="3610252429" sldId="303"/>
            <ac:cxnSpMk id="8" creationId="{00000000-0000-0000-0000-000000000000}"/>
          </ac:cxnSpMkLst>
        </pc:cxnChg>
      </pc:sldChg>
      <pc:sldChg chg="addSp delSp modSp mod">
        <pc:chgData name="Cristiana Bolchini" userId="6b8273cd-38c1-41dc-ba93-995a19828489" providerId="ADAL" clId="{1A3594D7-A300-F741-B4E3-31AE278324ED}" dt="2025-05-08T09:59:36.087" v="180" actId="478"/>
        <pc:sldMkLst>
          <pc:docMk/>
          <pc:sldMk cId="3610252429" sldId="304"/>
        </pc:sldMkLst>
        <pc:spChg chg="mod">
          <ac:chgData name="Cristiana Bolchini" userId="6b8273cd-38c1-41dc-ba93-995a19828489" providerId="ADAL" clId="{1A3594D7-A300-F741-B4E3-31AE278324ED}" dt="2025-05-08T09:51:43.993" v="170" actId="20577"/>
          <ac:spMkLst>
            <pc:docMk/>
            <pc:sldMk cId="3610252429" sldId="304"/>
            <ac:spMk id="6" creationId="{00000000-0000-0000-0000-000000000000}"/>
          </ac:spMkLst>
        </pc:spChg>
        <pc:spChg chg="add mod">
          <ac:chgData name="Cristiana Bolchini" userId="6b8273cd-38c1-41dc-ba93-995a19828489" providerId="ADAL" clId="{1A3594D7-A300-F741-B4E3-31AE278324ED}" dt="2025-05-08T09:59:05.212" v="176" actId="1076"/>
          <ac:spMkLst>
            <pc:docMk/>
            <pc:sldMk cId="3610252429" sldId="304"/>
            <ac:spMk id="8" creationId="{0FC2911B-1595-2A8F-684B-1996C63498A5}"/>
          </ac:spMkLst>
        </pc:spChg>
        <pc:spChg chg="add mod">
          <ac:chgData name="Cristiana Bolchini" userId="6b8273cd-38c1-41dc-ba93-995a19828489" providerId="ADAL" clId="{1A3594D7-A300-F741-B4E3-31AE278324ED}" dt="2025-05-08T09:58:55.840" v="175" actId="207"/>
          <ac:spMkLst>
            <pc:docMk/>
            <pc:sldMk cId="3610252429" sldId="304"/>
            <ac:spMk id="9" creationId="{31F93B9B-F5BF-4135-4C8F-173C8F500626}"/>
          </ac:spMkLst>
        </pc:spChg>
        <pc:spChg chg="add mod">
          <ac:chgData name="Cristiana Bolchini" userId="6b8273cd-38c1-41dc-ba93-995a19828489" providerId="ADAL" clId="{1A3594D7-A300-F741-B4E3-31AE278324ED}" dt="2025-05-08T09:58:55.840" v="175" actId="207"/>
          <ac:spMkLst>
            <pc:docMk/>
            <pc:sldMk cId="3610252429" sldId="304"/>
            <ac:spMk id="10" creationId="{2C694E6B-B947-67CB-E862-F140C3C86FBC}"/>
          </ac:spMkLst>
        </pc:spChg>
        <pc:spChg chg="add mod">
          <ac:chgData name="Cristiana Bolchini" userId="6b8273cd-38c1-41dc-ba93-995a19828489" providerId="ADAL" clId="{1A3594D7-A300-F741-B4E3-31AE278324ED}" dt="2025-05-08T09:58:55.840" v="175" actId="207"/>
          <ac:spMkLst>
            <pc:docMk/>
            <pc:sldMk cId="3610252429" sldId="304"/>
            <ac:spMk id="11" creationId="{01D60C14-C17C-12D9-8285-CEEB8579A2DC}"/>
          </ac:spMkLst>
        </pc:spChg>
        <pc:spChg chg="add mod">
          <ac:chgData name="Cristiana Bolchini" userId="6b8273cd-38c1-41dc-ba93-995a19828489" providerId="ADAL" clId="{1A3594D7-A300-F741-B4E3-31AE278324ED}" dt="2025-05-08T09:58:55.840" v="175" actId="207"/>
          <ac:spMkLst>
            <pc:docMk/>
            <pc:sldMk cId="3610252429" sldId="304"/>
            <ac:spMk id="12" creationId="{3255F4FA-9365-20FD-6729-522CEB869B8E}"/>
          </ac:spMkLst>
        </pc:spChg>
        <pc:spChg chg="add mod">
          <ac:chgData name="Cristiana Bolchini" userId="6b8273cd-38c1-41dc-ba93-995a19828489" providerId="ADAL" clId="{1A3594D7-A300-F741-B4E3-31AE278324ED}" dt="2025-05-08T09:58:55.840" v="175" actId="207"/>
          <ac:spMkLst>
            <pc:docMk/>
            <pc:sldMk cId="3610252429" sldId="304"/>
            <ac:spMk id="13" creationId="{59FAB463-C555-C30A-4165-416E9B4FF9A0}"/>
          </ac:spMkLst>
        </pc:spChg>
        <pc:spChg chg="add mod">
          <ac:chgData name="Cristiana Bolchini" userId="6b8273cd-38c1-41dc-ba93-995a19828489" providerId="ADAL" clId="{1A3594D7-A300-F741-B4E3-31AE278324ED}" dt="2025-05-08T09:59:24.924" v="178" actId="1076"/>
          <ac:spMkLst>
            <pc:docMk/>
            <pc:sldMk cId="3610252429" sldId="304"/>
            <ac:spMk id="15" creationId="{63116D73-C179-66D8-AAD8-A2A95E432EDC}"/>
          </ac:spMkLst>
        </pc:spChg>
        <pc:spChg chg="add mod">
          <ac:chgData name="Cristiana Bolchini" userId="6b8273cd-38c1-41dc-ba93-995a19828489" providerId="ADAL" clId="{1A3594D7-A300-F741-B4E3-31AE278324ED}" dt="2025-05-08T09:59:24.924" v="178" actId="1076"/>
          <ac:spMkLst>
            <pc:docMk/>
            <pc:sldMk cId="3610252429" sldId="304"/>
            <ac:spMk id="16" creationId="{BE5B0336-7900-2CA0-B70B-62338089C907}"/>
          </ac:spMkLst>
        </pc:spChg>
        <pc:spChg chg="add mod">
          <ac:chgData name="Cristiana Bolchini" userId="6b8273cd-38c1-41dc-ba93-995a19828489" providerId="ADAL" clId="{1A3594D7-A300-F741-B4E3-31AE278324ED}" dt="2025-05-08T09:59:24.924" v="178" actId="1076"/>
          <ac:spMkLst>
            <pc:docMk/>
            <pc:sldMk cId="3610252429" sldId="304"/>
            <ac:spMk id="17" creationId="{735F5FA5-7C1E-D872-DC42-AD34A04B6F93}"/>
          </ac:spMkLst>
        </pc:spChg>
        <pc:spChg chg="add mod">
          <ac:chgData name="Cristiana Bolchini" userId="6b8273cd-38c1-41dc-ba93-995a19828489" providerId="ADAL" clId="{1A3594D7-A300-F741-B4E3-31AE278324ED}" dt="2025-05-08T09:59:28.534" v="179" actId="20577"/>
          <ac:spMkLst>
            <pc:docMk/>
            <pc:sldMk cId="3610252429" sldId="304"/>
            <ac:spMk id="18" creationId="{37023AF2-CF68-1992-5385-FBC7F27EC564}"/>
          </ac:spMkLst>
        </pc:spChg>
        <pc:spChg chg="add mod">
          <ac:chgData name="Cristiana Bolchini" userId="6b8273cd-38c1-41dc-ba93-995a19828489" providerId="ADAL" clId="{1A3594D7-A300-F741-B4E3-31AE278324ED}" dt="2025-05-08T09:59:24.924" v="178" actId="1076"/>
          <ac:spMkLst>
            <pc:docMk/>
            <pc:sldMk cId="3610252429" sldId="304"/>
            <ac:spMk id="19" creationId="{7BC3EC6E-B61C-0B20-CEB2-F39A4B505341}"/>
          </ac:spMkLst>
        </pc:spChg>
        <pc:spChg chg="add mod">
          <ac:chgData name="Cristiana Bolchini" userId="6b8273cd-38c1-41dc-ba93-995a19828489" providerId="ADAL" clId="{1A3594D7-A300-F741-B4E3-31AE278324ED}" dt="2025-05-08T09:59:24.924" v="178" actId="1076"/>
          <ac:spMkLst>
            <pc:docMk/>
            <pc:sldMk cId="3610252429" sldId="304"/>
            <ac:spMk id="20" creationId="{D1190581-F100-0190-3E08-F5E49D405CD6}"/>
          </ac:spMkLst>
        </pc:spChg>
        <pc:picChg chg="add mod">
          <ac:chgData name="Cristiana Bolchini" userId="6b8273cd-38c1-41dc-ba93-995a19828489" providerId="ADAL" clId="{1A3594D7-A300-F741-B4E3-31AE278324ED}" dt="2025-05-08T09:52:09.729" v="174" actId="1076"/>
          <ac:picMkLst>
            <pc:docMk/>
            <pc:sldMk cId="3610252429" sldId="304"/>
            <ac:picMk id="7" creationId="{571F6BD6-2019-E937-AFDE-77E054BA7401}"/>
          </ac:picMkLst>
        </pc:picChg>
        <pc:picChg chg="add mod">
          <ac:chgData name="Cristiana Bolchini" userId="6b8273cd-38c1-41dc-ba93-995a19828489" providerId="ADAL" clId="{1A3594D7-A300-F741-B4E3-31AE278324ED}" dt="2025-05-08T09:59:24.924" v="178" actId="1076"/>
          <ac:picMkLst>
            <pc:docMk/>
            <pc:sldMk cId="3610252429" sldId="304"/>
            <ac:picMk id="14" creationId="{5FE0410B-6353-874E-876E-F56A932676CF}"/>
          </ac:picMkLst>
        </pc:picChg>
      </pc:sldChg>
      <pc:sldChg chg="addSp delSp modSp mod">
        <pc:chgData name="Cristiana Bolchini" userId="6b8273cd-38c1-41dc-ba93-995a19828489" providerId="ADAL" clId="{1A3594D7-A300-F741-B4E3-31AE278324ED}" dt="2025-05-08T12:20:38.377" v="223" actId="20577"/>
        <pc:sldMkLst>
          <pc:docMk/>
          <pc:sldMk cId="3610252429" sldId="305"/>
        </pc:sldMkLst>
        <pc:spChg chg="mod">
          <ac:chgData name="Cristiana Bolchini" userId="6b8273cd-38c1-41dc-ba93-995a19828489" providerId="ADAL" clId="{1A3594D7-A300-F741-B4E3-31AE278324ED}" dt="2025-05-08T12:20:38.377" v="223" actId="20577"/>
          <ac:spMkLst>
            <pc:docMk/>
            <pc:sldMk cId="3610252429" sldId="305"/>
            <ac:spMk id="4" creationId="{00000000-0000-0000-0000-000000000000}"/>
          </ac:spMkLst>
        </pc:spChg>
        <pc:picChg chg="add mod">
          <ac:chgData name="Cristiana Bolchini" userId="6b8273cd-38c1-41dc-ba93-995a19828489" providerId="ADAL" clId="{1A3594D7-A300-F741-B4E3-31AE278324ED}" dt="2025-05-08T10:10:52.303" v="190" actId="1076"/>
          <ac:picMkLst>
            <pc:docMk/>
            <pc:sldMk cId="3610252429" sldId="305"/>
            <ac:picMk id="5" creationId="{ABF36A33-E171-82C5-956D-0FF9E65AA478}"/>
          </ac:picMkLst>
        </pc:picChg>
      </pc:sldChg>
      <pc:sldChg chg="addSp delSp modSp add mod">
        <pc:chgData name="Cristiana Bolchini" userId="6b8273cd-38c1-41dc-ba93-995a19828489" providerId="ADAL" clId="{1A3594D7-A300-F741-B4E3-31AE278324ED}" dt="2025-05-08T10:00:39.548" v="187" actId="1076"/>
        <pc:sldMkLst>
          <pc:docMk/>
          <pc:sldMk cId="3456518645" sldId="319"/>
        </pc:sldMkLst>
        <pc:picChg chg="add mod">
          <ac:chgData name="Cristiana Bolchini" userId="6b8273cd-38c1-41dc-ba93-995a19828489" providerId="ADAL" clId="{1A3594D7-A300-F741-B4E3-31AE278324ED}" dt="2025-05-08T09:40:00.434" v="24" actId="1076"/>
          <ac:picMkLst>
            <pc:docMk/>
            <pc:sldMk cId="3456518645" sldId="319"/>
            <ac:picMk id="13" creationId="{AEFE5FD7-433F-AE0A-C0D7-F6E3C16C2CCA}"/>
          </ac:picMkLst>
        </pc:picChg>
        <pc:picChg chg="add mod">
          <ac:chgData name="Cristiana Bolchini" userId="6b8273cd-38c1-41dc-ba93-995a19828489" providerId="ADAL" clId="{1A3594D7-A300-F741-B4E3-31AE278324ED}" dt="2025-05-08T10:00:39.548" v="187" actId="1076"/>
          <ac:picMkLst>
            <pc:docMk/>
            <pc:sldMk cId="3456518645" sldId="319"/>
            <ac:picMk id="15" creationId="{A959CEC3-F5C5-32BB-C987-38ED7BF3338B}"/>
          </ac:picMkLst>
        </pc:picChg>
      </pc:sldChg>
      <pc:sldChg chg="addSp delSp modSp new mod">
        <pc:chgData name="Cristiana Bolchini" userId="6b8273cd-38c1-41dc-ba93-995a19828489" providerId="ADAL" clId="{1A3594D7-A300-F741-B4E3-31AE278324ED}" dt="2025-06-13T15:48:17.875" v="314" actId="14826"/>
        <pc:sldMkLst>
          <pc:docMk/>
          <pc:sldMk cId="1072987513" sldId="320"/>
        </pc:sldMkLst>
        <pc:spChg chg="mod">
          <ac:chgData name="Cristiana Bolchini" userId="6b8273cd-38c1-41dc-ba93-995a19828489" providerId="ADAL" clId="{1A3594D7-A300-F741-B4E3-31AE278324ED}" dt="2025-05-08T12:16:50.485" v="222" actId="20577"/>
          <ac:spMkLst>
            <pc:docMk/>
            <pc:sldMk cId="1072987513" sldId="320"/>
            <ac:spMk id="2" creationId="{6EA2F862-8B7E-D8AA-8F12-5E8E2D3E5198}"/>
          </ac:spMkLst>
        </pc:spChg>
        <pc:spChg chg="mod">
          <ac:chgData name="Cristiana Bolchini" userId="6b8273cd-38c1-41dc-ba93-995a19828489" providerId="ADAL" clId="{1A3594D7-A300-F741-B4E3-31AE278324ED}" dt="2025-05-08T12:21:05.841" v="300" actId="20577"/>
          <ac:spMkLst>
            <pc:docMk/>
            <pc:sldMk cId="1072987513" sldId="320"/>
            <ac:spMk id="3" creationId="{246DBBCF-F3D2-34EE-8100-F3DA7270CD0E}"/>
          </ac:spMkLst>
        </pc:spChg>
        <pc:picChg chg="add mod">
          <ac:chgData name="Cristiana Bolchini" userId="6b8273cd-38c1-41dc-ba93-995a19828489" providerId="ADAL" clId="{1A3594D7-A300-F741-B4E3-31AE278324ED}" dt="2025-05-08T12:25:50.832" v="310" actId="1076"/>
          <ac:picMkLst>
            <pc:docMk/>
            <pc:sldMk cId="1072987513" sldId="320"/>
            <ac:picMk id="5" creationId="{EEDC4AE2-B93A-1403-9FF0-1DE55551CD48}"/>
          </ac:picMkLst>
        </pc:picChg>
        <pc:picChg chg="add mod">
          <ac:chgData name="Cristiana Bolchini" userId="6b8273cd-38c1-41dc-ba93-995a19828489" providerId="ADAL" clId="{1A3594D7-A300-F741-B4E3-31AE278324ED}" dt="2025-06-13T15:48:17.875" v="314" actId="14826"/>
          <ac:picMkLst>
            <pc:docMk/>
            <pc:sldMk cId="1072987513" sldId="320"/>
            <ac:picMk id="11" creationId="{5AD0174D-AB33-7495-162F-5AA4812D260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F9C0BA-5B3D-4B10-9D51-691F7A4A3E3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79ABC-1579-47BF-94A8-24BADA9E02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02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2437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8801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A500712-8B21-0B86-BF58-BC2D471C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A4C172D5-E0C1-E753-F0D7-9639C4EC2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26835C31-FEAF-425E-07D2-21CFCD9EE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311F3D89-5E34-1AAF-0560-9F02BB9B8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6342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Rectangle 2"/>
          <p:cNvSpPr txBox="1">
            <a:spLocks noGrp="1" noChangeArrowheads="1"/>
          </p:cNvSpPr>
          <p:nvPr/>
        </p:nvSpPr>
        <p:spPr bwMode="auto">
          <a:xfrm>
            <a:off x="0" y="11862"/>
            <a:ext cx="3075849" cy="477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774" tIns="0" rIns="18774" bIns="0"/>
          <a:lstStyle/>
          <a:p>
            <a:pPr defTabSz="736600"/>
            <a:r>
              <a:rPr lang="en-US" sz="1000" i="1"/>
              <a:t>Fondamenti di Informatica</a:t>
            </a:r>
          </a:p>
        </p:txBody>
      </p:sp>
      <p:sp>
        <p:nvSpPr>
          <p:cNvPr id="187394" name="Rectangle 3"/>
          <p:cNvSpPr txBox="1">
            <a:spLocks noGrp="1" noChangeArrowheads="1"/>
          </p:cNvSpPr>
          <p:nvPr/>
        </p:nvSpPr>
        <p:spPr bwMode="auto">
          <a:xfrm>
            <a:off x="4023452" y="11862"/>
            <a:ext cx="3075848" cy="477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774" tIns="0" rIns="18774" bIns="0"/>
          <a:lstStyle/>
          <a:p>
            <a:pPr algn="r" defTabSz="736600"/>
            <a:r>
              <a:rPr lang="en-US" sz="1000" i="1"/>
              <a:t>cap. VI</a:t>
            </a: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413" y="723900"/>
            <a:ext cx="6911975" cy="3889375"/>
          </a:xfrm>
          <a:ln cap="flat"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582A881-CD99-63AF-98E2-D1856459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7567AF1F-DE55-EA32-2742-56B2B2CD1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61283A73-4DCD-CF25-1E79-198BAED19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34D2DEDF-4471-CF2E-7FDC-958D32B5E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367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=""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=""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9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=""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8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8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mailto:daniele.jahier@polito.it" TargetMode="External"/><Relationship Id="rId13" Type="http://schemas.openxmlformats.org/officeDocument/2006/relationships/image" Target="../media/image56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gianvito.urgese@polito.it" TargetMode="External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hristian.conti@polito.it" TargetMode="External"/><Relationship Id="rId11" Type="http://schemas.openxmlformats.org/officeDocument/2006/relationships/hyperlink" Target="mailto:fabrizio.ferrandi@polimi.it" TargetMode="External"/><Relationship Id="rId5" Type="http://schemas.openxmlformats.org/officeDocument/2006/relationships/image" Target="../media/image54.png"/><Relationship Id="rId15" Type="http://schemas.openxmlformats.org/officeDocument/2006/relationships/image" Target="../media/image58.png"/><Relationship Id="rId10" Type="http://schemas.openxmlformats.org/officeDocument/2006/relationships/hyperlink" Target="mailto:cristiana.bolchini@polimi.it" TargetMode="External"/><Relationship Id="rId4" Type="http://schemas.openxmlformats.org/officeDocument/2006/relationships/image" Target="../media/image53.png"/><Relationship Id="rId9" Type="http://schemas.openxmlformats.org/officeDocument/2006/relationships/hyperlink" Target="mailto:enrico.macii@polito.it" TargetMode="External"/><Relationship Id="rId1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Lecture 4</a:t>
            </a:r>
            <a:r>
              <a:rPr lang="en-US"/>
              <a:t/>
            </a:r>
            <a:br>
              <a:rPr lang="en-US"/>
            </a:br>
            <a:r>
              <a:rPr lang="en-US"/>
              <a:t>Fundamentals of Digital Design</a:t>
            </a:r>
            <a:br>
              <a:rPr lang="en-US"/>
            </a:br>
            <a:r>
              <a:rPr lang="en-US" sz="4000"/>
              <a:t>(Part II)</a:t>
            </a:r>
            <a:endParaRPr lang="en-US" altLang="it-IT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23783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Table</a:t>
            </a:r>
            <a:r>
              <a:rPr lang="it-IT"/>
              <a:t> of </a:t>
            </a:r>
            <a:r>
              <a:rPr lang="it-IT" err="1"/>
              <a:t>Contents</a:t>
            </a:r>
            <a:endParaRPr lang="it-IT"/>
          </a:p>
        </p:txBody>
      </p:sp>
      <p:grpSp>
        <p:nvGrpSpPr>
          <p:cNvPr id="10" name="Gruppo 3">
            <a:extLst>
              <a:ext uri="{FF2B5EF4-FFF2-40B4-BE49-F238E27FC236}">
                <a16:creationId xmlns="" xmlns:a16="http://schemas.microsoft.com/office/drawing/2014/main" id="{A78ABE17-757C-B613-3839-93A7D3941E52}"/>
              </a:ext>
            </a:extLst>
          </p:cNvPr>
          <p:cNvGrpSpPr/>
          <p:nvPr/>
        </p:nvGrpSpPr>
        <p:grpSpPr>
          <a:xfrm>
            <a:off x="2821548" y="1200151"/>
            <a:ext cx="3769751" cy="2729013"/>
            <a:chOff x="3540341" y="2022806"/>
            <a:chExt cx="4772335" cy="3638684"/>
          </a:xfrm>
        </p:grpSpPr>
        <p:sp>
          <p:nvSpPr>
            <p:cNvPr id="11" name="Titolo 1">
              <a:extLst>
                <a:ext uri="{FF2B5EF4-FFF2-40B4-BE49-F238E27FC236}">
                  <a16:creationId xmlns="" xmlns:a16="http://schemas.microsoft.com/office/drawing/2014/main" id="{7EFC7DCB-10AD-FF2D-1C43-76C25EB816C7}"/>
                </a:ext>
              </a:extLst>
            </p:cNvPr>
            <p:cNvSpPr txBox="1">
              <a:spLocks/>
            </p:cNvSpPr>
            <p:nvPr/>
          </p:nvSpPr>
          <p:spPr>
            <a:xfrm>
              <a:off x="3597550" y="2078289"/>
              <a:ext cx="896250" cy="82369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12" name="CasellaDiTesto 14">
              <a:extLst>
                <a:ext uri="{FF2B5EF4-FFF2-40B4-BE49-F238E27FC236}">
                  <a16:creationId xmlns="" xmlns:a16="http://schemas.microsoft.com/office/drawing/2014/main" id="{A038A995-FB2E-ACA1-F9D5-E0AAD899B3B0}"/>
                </a:ext>
              </a:extLst>
            </p:cNvPr>
            <p:cNvSpPr txBox="1"/>
            <p:nvPr/>
          </p:nvSpPr>
          <p:spPr>
            <a:xfrm>
              <a:off x="4480677" y="2022806"/>
              <a:ext cx="3600000" cy="861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Introduction to Sequential Circuits</a:t>
              </a:r>
              <a:endParaRPr lang="it-IT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asellaDiTesto 15">
              <a:extLst>
                <a:ext uri="{FF2B5EF4-FFF2-40B4-BE49-F238E27FC236}">
                  <a16:creationId xmlns="" xmlns:a16="http://schemas.microsoft.com/office/drawing/2014/main" id="{FE575A6A-6E06-F462-0228-6E776B88C5EC}"/>
                </a:ext>
              </a:extLst>
            </p:cNvPr>
            <p:cNvSpPr txBox="1"/>
            <p:nvPr/>
          </p:nvSpPr>
          <p:spPr>
            <a:xfrm>
              <a:off x="4248676" y="3245635"/>
              <a:ext cx="4064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Circuits for Data Storage:</a:t>
              </a:r>
            </a:p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Latches, Flip-Flops, Registers, Memories  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itolo 1">
              <a:extLst>
                <a:ext uri="{FF2B5EF4-FFF2-40B4-BE49-F238E27FC236}">
                  <a16:creationId xmlns="" xmlns:a16="http://schemas.microsoft.com/office/drawing/2014/main" id="{C9AD44E9-7BA0-B4AF-CC8A-9A23DD6B8054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3445298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16" name="CasellaDiTesto 18">
              <a:extLst>
                <a:ext uri="{FF2B5EF4-FFF2-40B4-BE49-F238E27FC236}">
                  <a16:creationId xmlns="" xmlns:a16="http://schemas.microsoft.com/office/drawing/2014/main" id="{530114A7-3A13-8B7C-F12B-4B1033F37E65}"/>
                </a:ext>
              </a:extLst>
            </p:cNvPr>
            <p:cNvSpPr txBox="1"/>
            <p:nvPr/>
          </p:nvSpPr>
          <p:spPr>
            <a:xfrm>
              <a:off x="4480677" y="5003422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Synchronous Circuits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itolo 1">
              <a:extLst>
                <a:ext uri="{FF2B5EF4-FFF2-40B4-BE49-F238E27FC236}">
                  <a16:creationId xmlns="" xmlns:a16="http://schemas.microsoft.com/office/drawing/2014/main" id="{EB004AEB-12A0-6029-CC53-51421FEFAD0E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4837796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634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Sequential Circuits</a:t>
            </a:r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64" y="605912"/>
            <a:ext cx="1925473" cy="211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51" y="2928138"/>
            <a:ext cx="1823544" cy="1576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sellaDiTesto 13">
            <a:extLst>
              <a:ext uri="{FF2B5EF4-FFF2-40B4-BE49-F238E27FC236}">
                <a16:creationId xmlns="" xmlns:a16="http://schemas.microsoft.com/office/drawing/2014/main" id="{FC2F8B96-060E-BA54-13A6-56316AA85C36}"/>
              </a:ext>
            </a:extLst>
          </p:cNvPr>
          <p:cNvSpPr txBox="1"/>
          <p:nvPr/>
        </p:nvSpPr>
        <p:spPr>
          <a:xfrm>
            <a:off x="2687670" y="658852"/>
            <a:ext cx="6090666" cy="405495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 circuits implement complex logic functions and are built by interconnecting several logic gates.</a:t>
            </a:r>
          </a:p>
          <a:p>
            <a:pPr marL="257175" indent="-257175" algn="just">
              <a:buClr>
                <a:srgbClr val="498621"/>
              </a:buClr>
              <a:buFont typeface="Arial" panose="020B0604020202020204" pitchFamily="34" charset="0"/>
              <a:buChar char="•"/>
            </a:pPr>
            <a:r>
              <a:rPr lang="en-GB" sz="1600" b="1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Combinational circuit:</a:t>
            </a:r>
          </a:p>
          <a:p>
            <a:pPr lvl="1" algn="just">
              <a:buClr>
                <a:srgbClr val="498621"/>
              </a:buClr>
            </a:pP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 whose future output depends only on the current input, that is, it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always gives the same future output for a given input.</a:t>
            </a:r>
            <a:endParaRPr lang="en-GB" sz="1600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GB" sz="1600" b="1" i="1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endParaRPr lang="en-GB" sz="1600" b="1" i="1" dirty="0" smtClean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14313" indent="-214313" algn="just"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sz="1600" b="1" i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Sequential </a:t>
            </a:r>
            <a:r>
              <a:rPr lang="en-GB" sz="16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circuit:</a:t>
            </a:r>
          </a:p>
          <a:p>
            <a:pPr lvl="1" algn="just">
              <a:buClr>
                <a:srgbClr val="498621"/>
              </a:buClr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 whose future output depends on the current input and the current output, that is, it may give a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future output for a given input (and a different current output).</a:t>
            </a:r>
          </a:p>
          <a:p>
            <a:pPr lvl="1" algn="just">
              <a:buClr>
                <a:srgbClr val="498621"/>
              </a:buClr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Sequential circuits have “memory” capabilities, therefore they can be used to implement more complex logic functions than combinational circuits, including storage functions.</a:t>
            </a:r>
            <a:endParaRPr lang="en-GB" sz="16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658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Architecture of a Sequential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435" y="1224638"/>
            <a:ext cx="3761565" cy="269422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sequential circuit, the outputs depend on the current, as well as the past inputs.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outputs depend on the history,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the circuit has “memory” property, 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be used to store information.</a:t>
            </a:r>
          </a:p>
          <a:p>
            <a:pPr marL="271462" lvl="1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Some/all the current outputs are fed back (with some delay) to the inputs of the combinational network, and contribute to the new outputs.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227" y="1420813"/>
            <a:ext cx="4257782" cy="2301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332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Table of a Sequential Circuit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410" y="1643857"/>
            <a:ext cx="7167180" cy="185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44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9E7A8D-E453-FD8F-67E4-0DF193E1B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4735235D-70C7-A04C-D691-B605497D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Table</a:t>
            </a:r>
            <a:r>
              <a:rPr lang="it-IT"/>
              <a:t> of </a:t>
            </a:r>
            <a:r>
              <a:rPr lang="it-IT" err="1"/>
              <a:t>Contents</a:t>
            </a:r>
            <a:endParaRPr lang="it-IT"/>
          </a:p>
        </p:txBody>
      </p:sp>
      <p:grpSp>
        <p:nvGrpSpPr>
          <p:cNvPr id="10" name="Gruppo 3">
            <a:extLst>
              <a:ext uri="{FF2B5EF4-FFF2-40B4-BE49-F238E27FC236}">
                <a16:creationId xmlns="" xmlns:a16="http://schemas.microsoft.com/office/drawing/2014/main" id="{F94CD220-61D5-5947-BD96-1D30C1EDBFBA}"/>
              </a:ext>
            </a:extLst>
          </p:cNvPr>
          <p:cNvGrpSpPr/>
          <p:nvPr/>
        </p:nvGrpSpPr>
        <p:grpSpPr>
          <a:xfrm>
            <a:off x="2821548" y="1200151"/>
            <a:ext cx="3769751" cy="2729013"/>
            <a:chOff x="3540341" y="2022806"/>
            <a:chExt cx="4772335" cy="3638684"/>
          </a:xfrm>
        </p:grpSpPr>
        <p:sp>
          <p:nvSpPr>
            <p:cNvPr id="11" name="Titolo 1">
              <a:extLst>
                <a:ext uri="{FF2B5EF4-FFF2-40B4-BE49-F238E27FC236}">
                  <a16:creationId xmlns="" xmlns:a16="http://schemas.microsoft.com/office/drawing/2014/main" id="{520E167B-FF00-1074-D3AA-87863563BCD6}"/>
                </a:ext>
              </a:extLst>
            </p:cNvPr>
            <p:cNvSpPr txBox="1">
              <a:spLocks/>
            </p:cNvSpPr>
            <p:nvPr/>
          </p:nvSpPr>
          <p:spPr>
            <a:xfrm>
              <a:off x="3597550" y="2078289"/>
              <a:ext cx="896250" cy="82369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12" name="CasellaDiTesto 14">
              <a:extLst>
                <a:ext uri="{FF2B5EF4-FFF2-40B4-BE49-F238E27FC236}">
                  <a16:creationId xmlns="" xmlns:a16="http://schemas.microsoft.com/office/drawing/2014/main" id="{A0F093E3-0B44-82B4-FF71-D1552006D4E1}"/>
                </a:ext>
              </a:extLst>
            </p:cNvPr>
            <p:cNvSpPr txBox="1"/>
            <p:nvPr/>
          </p:nvSpPr>
          <p:spPr>
            <a:xfrm>
              <a:off x="4480677" y="2022806"/>
              <a:ext cx="3600000" cy="861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Introduction to Sequential Circuits</a:t>
              </a:r>
              <a:endParaRPr lang="it-IT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asellaDiTesto 15">
              <a:extLst>
                <a:ext uri="{FF2B5EF4-FFF2-40B4-BE49-F238E27FC236}">
                  <a16:creationId xmlns="" xmlns:a16="http://schemas.microsoft.com/office/drawing/2014/main" id="{54F68E19-CE26-F3EE-CF15-973188ED1A42}"/>
                </a:ext>
              </a:extLst>
            </p:cNvPr>
            <p:cNvSpPr txBox="1"/>
            <p:nvPr/>
          </p:nvSpPr>
          <p:spPr>
            <a:xfrm>
              <a:off x="4248676" y="3245635"/>
              <a:ext cx="4064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Circuits for Data Storage:</a:t>
              </a:r>
            </a:p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Latches, Flip-Flops, Registers, Memories  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itolo 1">
              <a:extLst>
                <a:ext uri="{FF2B5EF4-FFF2-40B4-BE49-F238E27FC236}">
                  <a16:creationId xmlns="" xmlns:a16="http://schemas.microsoft.com/office/drawing/2014/main" id="{F063F012-D19B-C6D0-3D36-7DC3C53886A6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3445298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16" name="CasellaDiTesto 18">
              <a:extLst>
                <a:ext uri="{FF2B5EF4-FFF2-40B4-BE49-F238E27FC236}">
                  <a16:creationId xmlns="" xmlns:a16="http://schemas.microsoft.com/office/drawing/2014/main" id="{F8481046-8577-06A1-B301-08B162E3D27C}"/>
                </a:ext>
              </a:extLst>
            </p:cNvPr>
            <p:cNvSpPr txBox="1"/>
            <p:nvPr/>
          </p:nvSpPr>
          <p:spPr>
            <a:xfrm>
              <a:off x="4480677" y="5003422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Synchronous Circuits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itolo 1">
              <a:extLst>
                <a:ext uri="{FF2B5EF4-FFF2-40B4-BE49-F238E27FC236}">
                  <a16:creationId xmlns="" xmlns:a16="http://schemas.microsoft.com/office/drawing/2014/main" id="{99DC03F4-3457-F55D-827B-A375B1F4ADAF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4837796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868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Circuits for 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04875"/>
            <a:ext cx="4514850" cy="351472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circuits: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Latches.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Memories:</a:t>
            </a:r>
          </a:p>
          <a:p>
            <a:pPr lvl="3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RAM.</a:t>
            </a:r>
          </a:p>
          <a:p>
            <a:pPr lvl="3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RAM.</a:t>
            </a:r>
          </a:p>
          <a:p>
            <a:pPr lvl="3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FLASH.</a:t>
            </a:r>
          </a:p>
        </p:txBody>
      </p:sp>
      <p:pic>
        <p:nvPicPr>
          <p:cNvPr id="5" name="Picture 4" descr="A close-up of a computer chip&#10;&#10;AI-generated content may be incorrect.">
            <a:extLst>
              <a:ext uri="{FF2B5EF4-FFF2-40B4-BE49-F238E27FC236}">
                <a16:creationId xmlns="" xmlns:a16="http://schemas.microsoft.com/office/drawing/2014/main" id="{3D7257E0-BC94-BBB4-6AED-3596C74B8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883" y="1186236"/>
            <a:ext cx="6062745" cy="277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3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 Elements: The SR-Type Latch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404" y="838199"/>
            <a:ext cx="3750769" cy="34671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elements are needed to store logic values.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SR-Type Latch.</a:t>
            </a:r>
          </a:p>
          <a:p>
            <a:pPr marL="0" indent="0">
              <a:buNone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2" lvl="1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R is used to “reset” the element:</a:t>
            </a:r>
            <a:b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R=1 →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output Q to zero.</a:t>
            </a:r>
          </a:p>
          <a:p>
            <a:pPr marL="271462" lvl="1" indent="0">
              <a:buNone/>
            </a:pP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2" lvl="1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S is used to “set” the element:</a:t>
            </a:r>
            <a:b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S=1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set output Q  to one.</a:t>
            </a:r>
          </a:p>
          <a:p>
            <a:pPr marL="271462" lvl="1" indent="0">
              <a:buNone/>
            </a:pP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2" lvl="1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both R and S are </a:t>
            </a:r>
            <a:r>
              <a:rPr lang="en-US" sz="16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 the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is in a “quiescent” state – it holds its previous value.</a:t>
            </a:r>
          </a:p>
          <a:p>
            <a:pPr marL="271462" lvl="1" indent="0">
              <a:buNone/>
            </a:pPr>
            <a:endParaRPr lang="en-US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2" lvl="1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Q is 1, Q is 0, and vice versa.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663" y="1650206"/>
            <a:ext cx="2054369" cy="1843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959228" y="3735389"/>
            <a:ext cx="264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865792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94FA0F4-ACE2-B69A-1EFA-F287C6B5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7CAF451-6164-CAD4-7F47-33A46BAC4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SR-Type Latch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EFE5FD7-433F-AE0A-C0D7-F6E3C16C2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561121"/>
            <a:ext cx="3749108" cy="2021258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83" y="1581150"/>
            <a:ext cx="3215942" cy="199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201" y="1592580"/>
            <a:ext cx="15239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5651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SR-Type Latch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86920"/>
            <a:ext cx="3006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R=0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S=1</a:t>
            </a: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goes to 1 (set)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648325" y="1569243"/>
            <a:ext cx="766054" cy="9525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6496216" y="2401294"/>
            <a:ext cx="803082" cy="699715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164" y="904874"/>
            <a:ext cx="2253672" cy="133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1" y="904874"/>
            <a:ext cx="2253672" cy="133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1" y="3267074"/>
            <a:ext cx="2253672" cy="133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Oval 11"/>
          <p:cNvSpPr/>
          <p:nvPr/>
        </p:nvSpPr>
        <p:spPr>
          <a:xfrm>
            <a:off x="7181850" y="1162050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7781925" y="1028700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8524875" y="101917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657725" y="19145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5429250" y="1790700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5514975" y="414337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057900" y="43148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6858000" y="41624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4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SR-Type Latch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16430" y="638175"/>
            <a:ext cx="5311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R=0</a:t>
            </a: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S=1 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   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keeps the previous value (1)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5B13D8D8-E6D4-E8F8-09E0-EA67AAD555E5}"/>
              </a:ext>
            </a:extLst>
          </p:cNvPr>
          <p:cNvSpPr txBox="1"/>
          <p:nvPr/>
        </p:nvSpPr>
        <p:spPr>
          <a:xfrm>
            <a:off x="7554113" y="3581400"/>
            <a:ext cx="12522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 outputs</a:t>
            </a:r>
          </a:p>
          <a:p>
            <a:pPr algn="just"/>
            <a:r>
              <a:rPr lang="en-US" sz="1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 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just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and Q, </a:t>
            </a:r>
          </a:p>
          <a:p>
            <a:pPr algn="just"/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on R and 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="" xmlns:a16="http://schemas.microsoft.com/office/drawing/2014/main" id="{DE3650C0-8440-32A6-20E3-CEDCDB61AD38}"/>
              </a:ext>
            </a:extLst>
          </p:cNvPr>
          <p:cNvCxnSpPr/>
          <p:nvPr/>
        </p:nvCxnSpPr>
        <p:spPr>
          <a:xfrm>
            <a:off x="8127278" y="4073258"/>
            <a:ext cx="10593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1" y="3028950"/>
            <a:ext cx="2317832" cy="137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576" y="3028950"/>
            <a:ext cx="2317832" cy="1376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25" name="Straight Arrow Connector 24"/>
          <p:cNvCxnSpPr/>
          <p:nvPr/>
        </p:nvCxnSpPr>
        <p:spPr>
          <a:xfrm flipV="1">
            <a:off x="4191000" y="3701275"/>
            <a:ext cx="762000" cy="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991100" y="410527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SR-Type Latch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562600" y="1428750"/>
            <a:ext cx="11430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724399" y="2390775"/>
            <a:ext cx="2771775" cy="485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486400" y="3333750"/>
            <a:ext cx="11430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7199" y="1786920"/>
            <a:ext cx="32207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R=0 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S=0</a:t>
            </a: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goes to 0 (reset)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5729286" y="1516855"/>
            <a:ext cx="762000" cy="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229226" y="2371725"/>
            <a:ext cx="1514474" cy="638175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729286" y="3800474"/>
            <a:ext cx="762000" cy="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49" y="883442"/>
            <a:ext cx="2133371" cy="126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75" y="883442"/>
            <a:ext cx="2133371" cy="126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349" y="3167061"/>
            <a:ext cx="2133371" cy="126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75" y="3167061"/>
            <a:ext cx="2133371" cy="1266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Oval 13"/>
          <p:cNvSpPr/>
          <p:nvPr/>
        </p:nvSpPr>
        <p:spPr>
          <a:xfrm>
            <a:off x="6477000" y="857250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676775" y="3295650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162425" y="39719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695825" y="41243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5419725" y="40100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096125" y="341947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429250" y="3276600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3543300" y="84772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SR-Type Latch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2150" y="638175"/>
            <a:ext cx="52197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R=1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     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S=0</a:t>
            </a:r>
          </a:p>
          <a:p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keeps the previous value (0)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3024187"/>
            <a:ext cx="2266949" cy="134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024187"/>
            <a:ext cx="2266949" cy="1346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7" name="Straight Arrow Connector 96"/>
          <p:cNvCxnSpPr/>
          <p:nvPr/>
        </p:nvCxnSpPr>
        <p:spPr>
          <a:xfrm flipV="1">
            <a:off x="4167186" y="3697260"/>
            <a:ext cx="762000" cy="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067300" y="3000375"/>
            <a:ext cx="285750" cy="247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52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SR-Type Latch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135" y="638175"/>
            <a:ext cx="6983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 of the SR-Type Latch can be modeled through a State Diagram (Finite State Machine – FSM)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1860742"/>
            <a:ext cx="6418263" cy="2542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0252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A2F862-8B7E-D8AA-8F12-5E8E2D3E5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SR-Type Latch | NAND </a:t>
            </a:r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46DBBCF-F3D2-34EE-8100-F3DA7270C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we use NAND gates instead of NOR gates,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can implement a similar SR-type latch,</a:t>
            </a:r>
            <a:b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with complemented logic.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220" y="2228850"/>
            <a:ext cx="2271380" cy="195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313" y="2247900"/>
            <a:ext cx="4548187" cy="1931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298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SR-Type Latch | NAND implementation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639" y="1766936"/>
            <a:ext cx="6799262" cy="2693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080135" y="638175"/>
            <a:ext cx="6983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Diagram (Finite State Machine – FSM</a:t>
            </a: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NAND SR-type latch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61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D-Type Latch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942474"/>
              </p:ext>
            </p:extLst>
          </p:nvPr>
        </p:nvGraphicFramePr>
        <p:xfrm>
          <a:off x="6110718" y="1579054"/>
          <a:ext cx="2287048" cy="19853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912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289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2896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37505"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/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Q(t)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1972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Q(t-1)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1972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/>
                        <a:t>Q(t-1)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1972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0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972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388883" y="1359400"/>
            <a:ext cx="4992414" cy="2424701"/>
            <a:chOff x="388883" y="764820"/>
            <a:chExt cx="4992414" cy="2424701"/>
          </a:xfrm>
        </p:grpSpPr>
        <p:pic>
          <p:nvPicPr>
            <p:cNvPr id="4103" name="Picture 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83" y="764820"/>
              <a:ext cx="4992414" cy="24247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3419475" y="819150"/>
              <a:ext cx="390525" cy="342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381375" y="2724150"/>
              <a:ext cx="390525" cy="342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502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D-Type Latch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397552" y="3739159"/>
            <a:ext cx="63488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a D-Latch can change at any time, while its Enable pin is 1. </a:t>
            </a:r>
            <a:b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clock signal IS APPLIED to the D-Latch, the Q output could also change during the time the positive pulse lasts.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80733" y="727075"/>
            <a:ext cx="4782535" cy="2920015"/>
            <a:chOff x="2180240" y="727075"/>
            <a:chExt cx="4782535" cy="292001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80240" y="727075"/>
              <a:ext cx="4762500" cy="29200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5353050" y="1552575"/>
              <a:ext cx="609600" cy="76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067300" y="1914525"/>
              <a:ext cx="1895475" cy="4381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7319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Master-Slave D-Type Flip-Flop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1946" y="1037240"/>
            <a:ext cx="3310758" cy="3069021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Flip-flops are synchronous circuits with a clock signal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connected to the enable (E) input. 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Master-Slave D-Type Flip-Flop is an edge-triggered circuit that combines two D-Type latches to store one bit of information.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D-Type Flip-Flop only stores a new value from the D input when the clock goes from 0 to 1 (rising edge) or 1 to 0 (falling edge).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468" y="1776413"/>
            <a:ext cx="4762500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048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The clock</a:t>
            </a:r>
          </a:p>
        </p:txBody>
      </p:sp>
      <p:sp>
        <p:nvSpPr>
          <p:cNvPr id="186370" name="Rectangle 3"/>
          <p:cNvSpPr>
            <a:spLocks noGrp="1" noChangeArrowheads="1"/>
          </p:cNvSpPr>
          <p:nvPr>
            <p:ph idx="1"/>
          </p:nvPr>
        </p:nvSpPr>
        <p:spPr>
          <a:xfrm>
            <a:off x="455099" y="1180382"/>
            <a:ext cx="3234034" cy="291864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clock signal is a periodic waveform, in which each pulse (named “tick”) occurs at a fixed period 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Clock period</a:t>
            </a:r>
          </a:p>
          <a:p>
            <a:pPr marL="271462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= s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Clock frequency ( = 1/T )</a:t>
            </a:r>
          </a:p>
          <a:p>
            <a:pPr marL="271462" lvl="1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= s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Hz (cycle/s)</a:t>
            </a:r>
          </a:p>
        </p:txBody>
      </p:sp>
      <p:grpSp>
        <p:nvGrpSpPr>
          <p:cNvPr id="2" name="Group 17"/>
          <p:cNvGrpSpPr/>
          <p:nvPr/>
        </p:nvGrpSpPr>
        <p:grpSpPr>
          <a:xfrm>
            <a:off x="3914127" y="1839395"/>
            <a:ext cx="4985698" cy="1666888"/>
            <a:chOff x="1042988" y="3836500"/>
            <a:chExt cx="7162800" cy="3002981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1228725" y="4227025"/>
              <a:ext cx="6097588" cy="992188"/>
              <a:chOff x="960" y="1324"/>
              <a:chExt cx="3841" cy="625"/>
            </a:xfrm>
          </p:grpSpPr>
          <p:sp>
            <p:nvSpPr>
              <p:cNvPr id="186380" name="Freeform 4"/>
              <p:cNvSpPr>
                <a:spLocks/>
              </p:cNvSpPr>
              <p:nvPr/>
            </p:nvSpPr>
            <p:spPr bwMode="auto">
              <a:xfrm>
                <a:off x="960" y="1324"/>
                <a:ext cx="769" cy="625"/>
              </a:xfrm>
              <a:custGeom>
                <a:avLst/>
                <a:gdLst>
                  <a:gd name="T0" fmla="*/ 0 w 769"/>
                  <a:gd name="T1" fmla="*/ 624 h 625"/>
                  <a:gd name="T2" fmla="*/ 0 w 769"/>
                  <a:gd name="T3" fmla="*/ 0 h 625"/>
                  <a:gd name="T4" fmla="*/ 96 w 769"/>
                  <a:gd name="T5" fmla="*/ 0 h 625"/>
                  <a:gd name="T6" fmla="*/ 96 w 769"/>
                  <a:gd name="T7" fmla="*/ 624 h 625"/>
                  <a:gd name="T8" fmla="*/ 768 w 769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9"/>
                  <a:gd name="T16" fmla="*/ 0 h 625"/>
                  <a:gd name="T17" fmla="*/ 769 w 769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9" h="625">
                    <a:moveTo>
                      <a:pt x="0" y="62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624"/>
                    </a:lnTo>
                    <a:lnTo>
                      <a:pt x="768" y="624"/>
                    </a:lnTo>
                  </a:path>
                </a:pathLst>
              </a:custGeom>
              <a:noFill/>
              <a:ln w="50800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6381" name="Freeform 5"/>
              <p:cNvSpPr>
                <a:spLocks/>
              </p:cNvSpPr>
              <p:nvPr/>
            </p:nvSpPr>
            <p:spPr bwMode="auto">
              <a:xfrm>
                <a:off x="1728" y="1324"/>
                <a:ext cx="769" cy="625"/>
              </a:xfrm>
              <a:custGeom>
                <a:avLst/>
                <a:gdLst>
                  <a:gd name="T0" fmla="*/ 0 w 769"/>
                  <a:gd name="T1" fmla="*/ 624 h 625"/>
                  <a:gd name="T2" fmla="*/ 0 w 769"/>
                  <a:gd name="T3" fmla="*/ 0 h 625"/>
                  <a:gd name="T4" fmla="*/ 96 w 769"/>
                  <a:gd name="T5" fmla="*/ 0 h 625"/>
                  <a:gd name="T6" fmla="*/ 96 w 769"/>
                  <a:gd name="T7" fmla="*/ 624 h 625"/>
                  <a:gd name="T8" fmla="*/ 768 w 769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9"/>
                  <a:gd name="T16" fmla="*/ 0 h 625"/>
                  <a:gd name="T17" fmla="*/ 769 w 769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9" h="625">
                    <a:moveTo>
                      <a:pt x="0" y="62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624"/>
                    </a:lnTo>
                    <a:lnTo>
                      <a:pt x="768" y="624"/>
                    </a:lnTo>
                  </a:path>
                </a:pathLst>
              </a:custGeom>
              <a:noFill/>
              <a:ln w="50800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6382" name="Freeform 6"/>
              <p:cNvSpPr>
                <a:spLocks/>
              </p:cNvSpPr>
              <p:nvPr/>
            </p:nvSpPr>
            <p:spPr bwMode="auto">
              <a:xfrm>
                <a:off x="2496" y="1324"/>
                <a:ext cx="769" cy="625"/>
              </a:xfrm>
              <a:custGeom>
                <a:avLst/>
                <a:gdLst>
                  <a:gd name="T0" fmla="*/ 0 w 769"/>
                  <a:gd name="T1" fmla="*/ 624 h 625"/>
                  <a:gd name="T2" fmla="*/ 0 w 769"/>
                  <a:gd name="T3" fmla="*/ 0 h 625"/>
                  <a:gd name="T4" fmla="*/ 96 w 769"/>
                  <a:gd name="T5" fmla="*/ 0 h 625"/>
                  <a:gd name="T6" fmla="*/ 96 w 769"/>
                  <a:gd name="T7" fmla="*/ 624 h 625"/>
                  <a:gd name="T8" fmla="*/ 768 w 769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9"/>
                  <a:gd name="T16" fmla="*/ 0 h 625"/>
                  <a:gd name="T17" fmla="*/ 769 w 769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9" h="625">
                    <a:moveTo>
                      <a:pt x="0" y="62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624"/>
                    </a:lnTo>
                    <a:lnTo>
                      <a:pt x="768" y="624"/>
                    </a:lnTo>
                  </a:path>
                </a:pathLst>
              </a:custGeom>
              <a:noFill/>
              <a:ln w="50800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6383" name="Freeform 7"/>
              <p:cNvSpPr>
                <a:spLocks/>
              </p:cNvSpPr>
              <p:nvPr/>
            </p:nvSpPr>
            <p:spPr bwMode="auto">
              <a:xfrm>
                <a:off x="3264" y="1324"/>
                <a:ext cx="769" cy="625"/>
              </a:xfrm>
              <a:custGeom>
                <a:avLst/>
                <a:gdLst>
                  <a:gd name="T0" fmla="*/ 0 w 769"/>
                  <a:gd name="T1" fmla="*/ 624 h 625"/>
                  <a:gd name="T2" fmla="*/ 0 w 769"/>
                  <a:gd name="T3" fmla="*/ 0 h 625"/>
                  <a:gd name="T4" fmla="*/ 96 w 769"/>
                  <a:gd name="T5" fmla="*/ 0 h 625"/>
                  <a:gd name="T6" fmla="*/ 96 w 769"/>
                  <a:gd name="T7" fmla="*/ 624 h 625"/>
                  <a:gd name="T8" fmla="*/ 768 w 769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9"/>
                  <a:gd name="T16" fmla="*/ 0 h 625"/>
                  <a:gd name="T17" fmla="*/ 769 w 769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9" h="625">
                    <a:moveTo>
                      <a:pt x="0" y="62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624"/>
                    </a:lnTo>
                    <a:lnTo>
                      <a:pt x="768" y="624"/>
                    </a:lnTo>
                  </a:path>
                </a:pathLst>
              </a:custGeom>
              <a:noFill/>
              <a:ln w="50800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6384" name="Freeform 8"/>
              <p:cNvSpPr>
                <a:spLocks/>
              </p:cNvSpPr>
              <p:nvPr/>
            </p:nvSpPr>
            <p:spPr bwMode="auto">
              <a:xfrm>
                <a:off x="4032" y="1324"/>
                <a:ext cx="769" cy="625"/>
              </a:xfrm>
              <a:custGeom>
                <a:avLst/>
                <a:gdLst>
                  <a:gd name="T0" fmla="*/ 0 w 769"/>
                  <a:gd name="T1" fmla="*/ 624 h 625"/>
                  <a:gd name="T2" fmla="*/ 0 w 769"/>
                  <a:gd name="T3" fmla="*/ 0 h 625"/>
                  <a:gd name="T4" fmla="*/ 96 w 769"/>
                  <a:gd name="T5" fmla="*/ 0 h 625"/>
                  <a:gd name="T6" fmla="*/ 96 w 769"/>
                  <a:gd name="T7" fmla="*/ 624 h 625"/>
                  <a:gd name="T8" fmla="*/ 768 w 769"/>
                  <a:gd name="T9" fmla="*/ 624 h 6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9"/>
                  <a:gd name="T16" fmla="*/ 0 h 625"/>
                  <a:gd name="T17" fmla="*/ 769 w 769"/>
                  <a:gd name="T18" fmla="*/ 625 h 6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9" h="625">
                    <a:moveTo>
                      <a:pt x="0" y="624"/>
                    </a:moveTo>
                    <a:lnTo>
                      <a:pt x="0" y="0"/>
                    </a:lnTo>
                    <a:lnTo>
                      <a:pt x="96" y="0"/>
                    </a:lnTo>
                    <a:lnTo>
                      <a:pt x="96" y="624"/>
                    </a:lnTo>
                    <a:lnTo>
                      <a:pt x="768" y="624"/>
                    </a:lnTo>
                  </a:path>
                </a:pathLst>
              </a:custGeom>
              <a:noFill/>
              <a:ln w="50800" cap="rnd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186373" name="Line 10"/>
            <p:cNvSpPr>
              <a:spLocks noChangeShapeType="1"/>
            </p:cNvSpPr>
            <p:nvPr/>
          </p:nvSpPr>
          <p:spPr bwMode="auto">
            <a:xfrm flipV="1">
              <a:off x="1042988" y="3836500"/>
              <a:ext cx="0" cy="1676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med" len="lg"/>
              <a:tailEnd type="arrow" w="lg" len="lg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6374" name="Line 11"/>
            <p:cNvSpPr>
              <a:spLocks noChangeShapeType="1"/>
            </p:cNvSpPr>
            <p:nvPr/>
          </p:nvSpPr>
          <p:spPr bwMode="auto">
            <a:xfrm>
              <a:off x="1042988" y="5522425"/>
              <a:ext cx="7162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arrow" w="lg" len="lg"/>
            </a:ln>
          </p:spPr>
          <p:txBody>
            <a:bodyPr wrap="none" anchor="ctr"/>
            <a:lstStyle/>
            <a:p>
              <a:endParaRPr lang="it-IT" dirty="0"/>
            </a:p>
          </p:txBody>
        </p:sp>
        <p:sp>
          <p:nvSpPr>
            <p:cNvPr id="186375" name="Rectangle 13"/>
            <p:cNvSpPr>
              <a:spLocks noChangeArrowheads="1"/>
            </p:cNvSpPr>
            <p:nvPr/>
          </p:nvSpPr>
          <p:spPr bwMode="auto">
            <a:xfrm>
              <a:off x="7567298" y="4613701"/>
              <a:ext cx="457200" cy="83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itchFamily="34" charset="0"/>
                </a:rPr>
                <a:t>t</a:t>
              </a:r>
            </a:p>
          </p:txBody>
        </p:sp>
        <p:sp>
          <p:nvSpPr>
            <p:cNvPr id="186376" name="Line 14"/>
            <p:cNvSpPr>
              <a:spLocks noChangeShapeType="1"/>
            </p:cNvSpPr>
            <p:nvPr/>
          </p:nvSpPr>
          <p:spPr bwMode="auto">
            <a:xfrm>
              <a:off x="3667125" y="5325575"/>
              <a:ext cx="0" cy="6858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6377" name="Line 15"/>
            <p:cNvSpPr>
              <a:spLocks noChangeShapeType="1"/>
            </p:cNvSpPr>
            <p:nvPr/>
          </p:nvSpPr>
          <p:spPr bwMode="auto">
            <a:xfrm>
              <a:off x="4886325" y="5325575"/>
              <a:ext cx="0" cy="6858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6378" name="Line 16"/>
            <p:cNvSpPr>
              <a:spLocks noChangeShapeType="1"/>
            </p:cNvSpPr>
            <p:nvPr/>
          </p:nvSpPr>
          <p:spPr bwMode="auto">
            <a:xfrm>
              <a:off x="3667125" y="5935175"/>
              <a:ext cx="12192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arrow" w="lg" len="lg"/>
              <a:tailEnd type="arrow" w="lg" len="lg"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86379" name="Rectangle 17"/>
            <p:cNvSpPr>
              <a:spLocks noChangeArrowheads="1"/>
            </p:cNvSpPr>
            <p:nvPr/>
          </p:nvSpPr>
          <p:spPr bwMode="auto">
            <a:xfrm>
              <a:off x="3995737" y="6006612"/>
              <a:ext cx="609600" cy="8328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solidFill>
                    <a:schemeClr val="accent2"/>
                  </a:solidFill>
                  <a:latin typeface="Arial" pitchFamily="34" charset="0"/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0759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Master-Slave D-Type Flip-Flop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2" y="786031"/>
            <a:ext cx="73152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498" y="3394836"/>
            <a:ext cx="3634761" cy="1151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Bent Arrow 9"/>
          <p:cNvSpPr/>
          <p:nvPr/>
        </p:nvSpPr>
        <p:spPr>
          <a:xfrm flipV="1">
            <a:off x="3962395" y="3237183"/>
            <a:ext cx="1145627" cy="924909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7295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Master-Slave D-Type Flip-Flop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560" y="976313"/>
            <a:ext cx="5178972" cy="318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92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Master-Slave D-Type Flip-Flop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447" y="768963"/>
            <a:ext cx="6910423" cy="2752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914394" y="3781230"/>
            <a:ext cx="531521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Q changes to the value taken by the D input only when the clock goes from 0 to 1.</a:t>
            </a:r>
          </a:p>
        </p:txBody>
      </p:sp>
    </p:spTree>
    <p:extLst>
      <p:ext uri="{BB962C8B-B14F-4D97-AF65-F5344CB8AC3E}">
        <p14:creationId xmlns:p14="http://schemas.microsoft.com/office/powerpoint/2010/main" val="12456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Registers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274377" y="555814"/>
            <a:ext cx="659524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flip-flop can store just one bit of digital data, a 1 or 0. 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order to store multiple bits of data, multiple flip-flops need to be connected.</a:t>
            </a:r>
          </a:p>
          <a:p>
            <a:pPr algn="just"/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multi-bit storage structure is called “register”.</a:t>
            </a:r>
          </a:p>
          <a:p>
            <a:pPr algn="just"/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kinds of registers can be implemented depending on the topology of the connected flip-flops: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in – parallel out  register.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in – serial out register.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 in – parallel out  register.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in – serial out  register.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Ring counter.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 and down counter.</a:t>
            </a:r>
          </a:p>
        </p:txBody>
      </p:sp>
    </p:spTree>
    <p:extLst>
      <p:ext uri="{BB962C8B-B14F-4D97-AF65-F5344CB8AC3E}">
        <p14:creationId xmlns:p14="http://schemas.microsoft.com/office/powerpoint/2010/main" val="3598463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in – Parallel out  Register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34" y="851338"/>
            <a:ext cx="7632221" cy="3450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11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Serial in – Serial out  Register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708" y="1609617"/>
            <a:ext cx="7809196" cy="183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811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Serial in – Parallel out  Register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24" y="1040523"/>
            <a:ext cx="7249845" cy="3200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0250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Parallel in – Serial out  Register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61" y="1349423"/>
            <a:ext cx="7756634" cy="23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5669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Ring Counter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131" y="1055360"/>
            <a:ext cx="7852215" cy="3159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149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 Counter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489348" y="1261238"/>
            <a:ext cx="6173903" cy="2490956"/>
            <a:chOff x="1489348" y="1261238"/>
            <a:chExt cx="6173903" cy="2490956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9348" y="1261238"/>
              <a:ext cx="6173903" cy="24909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6172200" y="2428875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810125" y="2428875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438525" y="2428875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057400" y="2428875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766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 Counter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11465" y="1257838"/>
            <a:ext cx="6130204" cy="2473325"/>
            <a:chOff x="1511465" y="1257838"/>
            <a:chExt cx="6130204" cy="2473325"/>
          </a:xfrm>
        </p:grpSpPr>
        <p:pic>
          <p:nvPicPr>
            <p:cNvPr id="1843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1465" y="1257838"/>
              <a:ext cx="6130204" cy="2473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Rectangle 3"/>
            <p:cNvSpPr/>
            <p:nvPr/>
          </p:nvSpPr>
          <p:spPr>
            <a:xfrm>
              <a:off x="4800600" y="2419350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/>
            <p:cNvSpPr/>
            <p:nvPr/>
          </p:nvSpPr>
          <p:spPr>
            <a:xfrm>
              <a:off x="6153150" y="2419350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438525" y="2419350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076450" y="2419350"/>
              <a:ext cx="752475" cy="1152525"/>
            </a:xfrm>
            <a:prstGeom prst="rect">
              <a:avLst/>
            </a:prstGeom>
            <a:solidFill>
              <a:srgbClr val="F2B800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121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00150"/>
            <a:ext cx="4495800" cy="2743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memory is a circuit that can store several bits.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organized in rows and columns (array).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row can store m bits.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row is characterized by a unique “address”,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i.e., a binary number that identifies it.</a:t>
            </a:r>
          </a:p>
          <a:p>
            <a:pPr lvl="1"/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memory has addresses of n bits, it has a total</a:t>
            </a:r>
            <a:b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2</a:t>
            </a:r>
            <a:r>
              <a:rPr lang="en-US" baseline="30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rows.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size of the memory is then: </a:t>
            </a: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= m * 2</a:t>
            </a:r>
            <a:r>
              <a:rPr lang="en-US" sz="2400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bits</a:t>
            </a:r>
          </a:p>
        </p:txBody>
      </p:sp>
      <p:sp>
        <p:nvSpPr>
          <p:cNvPr id="4" name="Right Brace 3"/>
          <p:cNvSpPr/>
          <p:nvPr/>
        </p:nvSpPr>
        <p:spPr>
          <a:xfrm>
            <a:off x="7696200" y="1200150"/>
            <a:ext cx="304800" cy="26670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 rot="5400000">
            <a:off x="6076950" y="3238500"/>
            <a:ext cx="304800" cy="171450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077200" y="2266950"/>
            <a:ext cx="121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  <a:r>
              <a:rPr lang="en-US" baseline="3000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800" y="4259818"/>
            <a:ext cx="1219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 m bits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253" y="881062"/>
            <a:ext cx="3330947" cy="313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170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19150"/>
            <a:ext cx="3771900" cy="35052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principle, a memory can be built by connecting several flip-flops with a rows and columns configuration.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2</a:t>
            </a:r>
            <a:r>
              <a:rPr lang="en-US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x3 memory.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efficient ways for building memories do exist.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304" y="819150"/>
            <a:ext cx="4642096" cy="347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4191000" y="666750"/>
            <a:ext cx="15240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8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RAM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3400" y="918210"/>
            <a:ext cx="2910840" cy="330708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RAM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Volatile memory.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schematic (6 transistors).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access, but not very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Keeps stored value until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powered up.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1-bit. 6T SRAM Cell.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276350"/>
            <a:ext cx="4667432" cy="297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432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66800" y="2087880"/>
            <a:ext cx="2286000" cy="9677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 Kbit SRAM Chip.</a:t>
            </a: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605631"/>
            <a:ext cx="3619264" cy="393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34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RAM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799" y="1390650"/>
            <a:ext cx="3102781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33400" y="899160"/>
            <a:ext cx="3775710" cy="33451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RAM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Volatile memory.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schematic (2 transistors).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access, but very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dense.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value requires periodic refresh.</a:t>
            </a:r>
          </a:p>
          <a:p>
            <a:pPr marL="0" indent="0" algn="just">
              <a:buFont typeface="Arial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marL="0" indent="0" algn="just">
              <a:buFont typeface="Arial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1-bit. 2T DRAM Cell.</a:t>
            </a:r>
          </a:p>
        </p:txBody>
      </p:sp>
    </p:spTree>
    <p:extLst>
      <p:ext uri="{BB962C8B-B14F-4D97-AF65-F5344CB8AC3E}">
        <p14:creationId xmlns:p14="http://schemas.microsoft.com/office/powerpoint/2010/main" val="48376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263265" y="4248151"/>
            <a:ext cx="2617470" cy="4572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Mbit DRAM Chip.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754380"/>
            <a:ext cx="7086600" cy="3437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92493"/>
            <a:ext cx="8534400" cy="3358514"/>
          </a:xfrm>
        </p:spPr>
        <p:txBody>
          <a:bodyPr>
            <a:normAutofit fontScale="92500" lnSpcReduction="20000"/>
          </a:bodyPr>
          <a:lstStyle/>
          <a:p>
            <a:pPr algn="just">
              <a:spcAft>
                <a:spcPts val="12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bit in a FLASH memory is made up of a single transistor, but these transistors have a special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oxide layer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a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floating gate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memories are non-volatile, that is, stored data are retained when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is turned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off. 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memories are fast and cheap (low cost per bit), but when a FLASH bit is erased, a large voltage (~ 20 V) is required to remove the electrons from the floating gate. This causes a small amount of breakdown in the oxide layer and over many write cycles, this will destroy the bit.</a:t>
            </a:r>
          </a:p>
          <a:p>
            <a:pPr algn="just">
              <a:spcAft>
                <a:spcPts val="12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Transistors can be expected to survive as many as 100,000 erase cycles, which is not a problem for removable storage (such as a USB stick), but it is unacceptable for use in DRAM.</a:t>
            </a:r>
          </a:p>
        </p:txBody>
      </p:sp>
    </p:spTree>
    <p:extLst>
      <p:ext uri="{BB962C8B-B14F-4D97-AF65-F5344CB8AC3E}">
        <p14:creationId xmlns:p14="http://schemas.microsoft.com/office/powerpoint/2010/main" val="282834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FLASH Memories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020" y="1352550"/>
            <a:ext cx="3188970" cy="2438399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kinds of FLASH memories:</a:t>
            </a:r>
          </a:p>
          <a:p>
            <a:pPr lvl="1" algn="just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NAND-based.</a:t>
            </a:r>
          </a:p>
          <a:p>
            <a:pPr lvl="2" algn="just"/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compact -&gt; higher density.</a:t>
            </a:r>
          </a:p>
          <a:p>
            <a:pPr lvl="1" algn="just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NOR-based.</a:t>
            </a:r>
          </a:p>
          <a:p>
            <a:pPr lvl="2" algn="just"/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access.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741371"/>
            <a:ext cx="4110596" cy="3660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74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5B59B49-310A-F91B-0F67-68D8861D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C1F3D028-7619-BCD7-127B-9B43024A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Table</a:t>
            </a:r>
            <a:r>
              <a:rPr lang="it-IT"/>
              <a:t> of </a:t>
            </a:r>
            <a:r>
              <a:rPr lang="it-IT" err="1"/>
              <a:t>Contents</a:t>
            </a:r>
            <a:endParaRPr lang="it-IT"/>
          </a:p>
        </p:txBody>
      </p:sp>
      <p:grpSp>
        <p:nvGrpSpPr>
          <p:cNvPr id="10" name="Gruppo 3">
            <a:extLst>
              <a:ext uri="{FF2B5EF4-FFF2-40B4-BE49-F238E27FC236}">
                <a16:creationId xmlns="" xmlns:a16="http://schemas.microsoft.com/office/drawing/2014/main" id="{98590CCC-F2CF-A88B-131C-604AE905D4FE}"/>
              </a:ext>
            </a:extLst>
          </p:cNvPr>
          <p:cNvGrpSpPr/>
          <p:nvPr/>
        </p:nvGrpSpPr>
        <p:grpSpPr>
          <a:xfrm>
            <a:off x="2821548" y="1200151"/>
            <a:ext cx="3769751" cy="2729013"/>
            <a:chOff x="3540341" y="2022806"/>
            <a:chExt cx="4772335" cy="3638684"/>
          </a:xfrm>
        </p:grpSpPr>
        <p:sp>
          <p:nvSpPr>
            <p:cNvPr id="11" name="Titolo 1">
              <a:extLst>
                <a:ext uri="{FF2B5EF4-FFF2-40B4-BE49-F238E27FC236}">
                  <a16:creationId xmlns="" xmlns:a16="http://schemas.microsoft.com/office/drawing/2014/main" id="{63172B48-98E5-0404-C5AD-13D728FB82B5}"/>
                </a:ext>
              </a:extLst>
            </p:cNvPr>
            <p:cNvSpPr txBox="1">
              <a:spLocks/>
            </p:cNvSpPr>
            <p:nvPr/>
          </p:nvSpPr>
          <p:spPr>
            <a:xfrm>
              <a:off x="3597550" y="2078289"/>
              <a:ext cx="896250" cy="823695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12" name="CasellaDiTesto 14">
              <a:extLst>
                <a:ext uri="{FF2B5EF4-FFF2-40B4-BE49-F238E27FC236}">
                  <a16:creationId xmlns="" xmlns:a16="http://schemas.microsoft.com/office/drawing/2014/main" id="{1D3043B0-218A-957B-CBAD-723840D3543F}"/>
                </a:ext>
              </a:extLst>
            </p:cNvPr>
            <p:cNvSpPr txBox="1"/>
            <p:nvPr/>
          </p:nvSpPr>
          <p:spPr>
            <a:xfrm>
              <a:off x="4480677" y="2022806"/>
              <a:ext cx="3600000" cy="861775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Introduction to Sequential Circuits</a:t>
              </a:r>
              <a:endParaRPr lang="it-IT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CasellaDiTesto 15">
              <a:extLst>
                <a:ext uri="{FF2B5EF4-FFF2-40B4-BE49-F238E27FC236}">
                  <a16:creationId xmlns="" xmlns:a16="http://schemas.microsoft.com/office/drawing/2014/main" id="{CC408532-5AA5-C01B-6774-91F6B7CDF92C}"/>
                </a:ext>
              </a:extLst>
            </p:cNvPr>
            <p:cNvSpPr txBox="1"/>
            <p:nvPr/>
          </p:nvSpPr>
          <p:spPr>
            <a:xfrm>
              <a:off x="4248676" y="3245635"/>
              <a:ext cx="4064000" cy="123110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Circuits for Data Storage:</a:t>
              </a:r>
            </a:p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Latches, Flip-Flops, Registers, Memories  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itolo 1">
              <a:extLst>
                <a:ext uri="{FF2B5EF4-FFF2-40B4-BE49-F238E27FC236}">
                  <a16:creationId xmlns="" xmlns:a16="http://schemas.microsoft.com/office/drawing/2014/main" id="{14A466E7-876B-707C-BDB8-E4CA6761E783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3445298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  <p:sp>
          <p:nvSpPr>
            <p:cNvPr id="16" name="CasellaDiTesto 18">
              <a:extLst>
                <a:ext uri="{FF2B5EF4-FFF2-40B4-BE49-F238E27FC236}">
                  <a16:creationId xmlns="" xmlns:a16="http://schemas.microsoft.com/office/drawing/2014/main" id="{CE921933-5BB4-23BF-D45A-40AB5D850C4A}"/>
                </a:ext>
              </a:extLst>
            </p:cNvPr>
            <p:cNvSpPr txBox="1"/>
            <p:nvPr/>
          </p:nvSpPr>
          <p:spPr>
            <a:xfrm>
              <a:off x="4480677" y="5003422"/>
              <a:ext cx="3600000" cy="49244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Synchronous Circuits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itolo 1">
              <a:extLst>
                <a:ext uri="{FF2B5EF4-FFF2-40B4-BE49-F238E27FC236}">
                  <a16:creationId xmlns="" xmlns:a16="http://schemas.microsoft.com/office/drawing/2014/main" id="{9BB290DA-E710-1621-6AD0-1D116160F70A}"/>
                </a:ext>
              </a:extLst>
            </p:cNvPr>
            <p:cNvSpPr txBox="1">
              <a:spLocks/>
            </p:cNvSpPr>
            <p:nvPr/>
          </p:nvSpPr>
          <p:spPr>
            <a:xfrm>
              <a:off x="3540341" y="4837796"/>
              <a:ext cx="1010665" cy="82369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03.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496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Synchronous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3475" y="1238251"/>
            <a:ext cx="6810375" cy="22098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digital electronics, a synchronous circuit is a digital circuit in which the changes in the state of the memory elements are synchronized by a clock signal.</a:t>
            </a: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circuits can be sequential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combinational.</a:t>
            </a: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73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Synchronous Sequential Circuits</a:t>
            </a:r>
          </a:p>
        </p:txBody>
      </p:sp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488" y="1071245"/>
            <a:ext cx="7437437" cy="312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539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Synchronous Combinational Circuits</a:t>
            </a: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1633538"/>
            <a:ext cx="7456487" cy="203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05478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Synchronous Combinational Circuits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57250"/>
            <a:ext cx="8382000" cy="34290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sequential circuits, synchronous memory elements (e.g., flip-flops, registers) are necessary to implement the required functionality. 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combinational circuits the introduction of synchronous memory elements is normally done for optimization purposes.</a:t>
            </a:r>
          </a:p>
          <a:p>
            <a:pPr marL="271462" lvl="1" indent="0" algn="just">
              <a:buNone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542925" lvl="2" indent="0" algn="just">
              <a:buNone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optimization (pipelining).</a:t>
            </a:r>
          </a:p>
          <a:p>
            <a:pPr marL="542925" lvl="2" indent="0" algn="just">
              <a:buNone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Glitch power minimization (stop glitch propagation).</a:t>
            </a:r>
          </a:p>
        </p:txBody>
      </p:sp>
    </p:spTree>
    <p:extLst>
      <p:ext uri="{BB962C8B-B14F-4D97-AF65-F5344CB8AC3E}">
        <p14:creationId xmlns:p14="http://schemas.microsoft.com/office/powerpoint/2010/main" val="7030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Timing Optimization by Pipelining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185" y="1602254"/>
            <a:ext cx="44291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pipeline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in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delay of the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enabling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clock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reduction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5288280" y="587818"/>
            <a:ext cx="3581400" cy="3967865"/>
            <a:chOff x="5029200" y="585085"/>
            <a:chExt cx="3581400" cy="3967865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9200" y="585085"/>
              <a:ext cx="3581400" cy="39678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Rectangle 9"/>
            <p:cNvSpPr/>
            <p:nvPr/>
          </p:nvSpPr>
          <p:spPr>
            <a:xfrm>
              <a:off x="7202837" y="2739648"/>
              <a:ext cx="277677" cy="228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0023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Glitch Power Minimization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0449" y="864006"/>
            <a:ext cx="70072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 outputs can make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 clock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can be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</a:t>
            </a:r>
            <a:r>
              <a:rPr lang="it-IT" altLang="en-US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it-IT" alt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alt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glitching</a:t>
            </a:r>
            <a:r>
              <a:rPr lang="it-IT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it-IT" alt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</a:t>
            </a:r>
            <a:r>
              <a:rPr lang="it-IT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it-IT" alt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it-IT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it-IT" alt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it-IT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it-IT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altLang="en-US" sz="2400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  <a:r>
              <a:rPr lang="it-IT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it-IT" alt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3724275" y="3333750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2647950"/>
            <a:ext cx="7042150" cy="1602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07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"Attribution - Non commercial 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9394C041-C18A-46FD-9B3C-ADB3D7FFE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6" y="1586235"/>
            <a:ext cx="1523999" cy="67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="" xmlns:a16="http://schemas.microsoft.com/office/drawing/2014/main" id="{EEBFC921-7D9A-3E46-F3DC-0A403C48E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109156"/>
            <a:ext cx="1544330" cy="113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6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7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8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9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10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11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=""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=""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=""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=""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=""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=""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=""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1248</Words>
  <Application>Microsoft Office PowerPoint</Application>
  <PresentationFormat>On-screen Show (16:9)</PresentationFormat>
  <Paragraphs>244</Paragraphs>
  <Slides>47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4_Office Theme</vt:lpstr>
      <vt:lpstr>Lecture 4 Fundamentals of Digital Design (Part II)</vt:lpstr>
      <vt:lpstr>Table of Contents</vt:lpstr>
      <vt:lpstr>Sequential Circuits</vt:lpstr>
      <vt:lpstr>Architecture of a Sequential Circuit</vt:lpstr>
      <vt:lpstr>Truth Table of a Sequential Circuit</vt:lpstr>
      <vt:lpstr>Table of Contents</vt:lpstr>
      <vt:lpstr>Circuits for Data Storage</vt:lpstr>
      <vt:lpstr>Memory Elements: The SR-Type Latch</vt:lpstr>
      <vt:lpstr>SR-Type Latch</vt:lpstr>
      <vt:lpstr>SR-Type Latch</vt:lpstr>
      <vt:lpstr>SR-Type Latch</vt:lpstr>
      <vt:lpstr>SR-Type Latch</vt:lpstr>
      <vt:lpstr>SR-Type Latch</vt:lpstr>
      <vt:lpstr>SR-Type Latch</vt:lpstr>
      <vt:lpstr>SR-Type Latch | NAND implementation</vt:lpstr>
      <vt:lpstr>SR-Type Latch | NAND implementation</vt:lpstr>
      <vt:lpstr>D-Type Latch</vt:lpstr>
      <vt:lpstr>D-Type Latch</vt:lpstr>
      <vt:lpstr>Master-Slave D-Type Flip-Flop</vt:lpstr>
      <vt:lpstr>The clock</vt:lpstr>
      <vt:lpstr>Master-Slave D-Type Flip-Flop</vt:lpstr>
      <vt:lpstr>Master-Slave D-Type Flip-Flop</vt:lpstr>
      <vt:lpstr>Master-Slave D-Type Flip-Flop</vt:lpstr>
      <vt:lpstr>Registers</vt:lpstr>
      <vt:lpstr>Parallel in – Parallel out  Register</vt:lpstr>
      <vt:lpstr>Serial in – Serial out  Register</vt:lpstr>
      <vt:lpstr>Serial in – Parallel out  Register</vt:lpstr>
      <vt:lpstr>Parallel in – Serial out  Register</vt:lpstr>
      <vt:lpstr>Ring Counter</vt:lpstr>
      <vt:lpstr>Up Counter</vt:lpstr>
      <vt:lpstr>Down Counter</vt:lpstr>
      <vt:lpstr>Memory</vt:lpstr>
      <vt:lpstr>Memory</vt:lpstr>
      <vt:lpstr>Static RAM</vt:lpstr>
      <vt:lpstr>Static RAM</vt:lpstr>
      <vt:lpstr>Dynamic RAM</vt:lpstr>
      <vt:lpstr>Dynamic RAM</vt:lpstr>
      <vt:lpstr>FLASH Memories</vt:lpstr>
      <vt:lpstr>FLASH Memories</vt:lpstr>
      <vt:lpstr>Table of Contents</vt:lpstr>
      <vt:lpstr>Synchronous Circuits</vt:lpstr>
      <vt:lpstr>Synchronous Sequential Circuits</vt:lpstr>
      <vt:lpstr>Synchronous Combinational Circuits</vt:lpstr>
      <vt:lpstr>Synchronous Combinational Circuits</vt:lpstr>
      <vt:lpstr>Timing Optimization by Pipelining</vt:lpstr>
      <vt:lpstr>Glitch Power Minimization</vt:lpstr>
      <vt:lpstr>Authorship &amp; License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utente</cp:lastModifiedBy>
  <cp:revision>21</cp:revision>
  <dcterms:created xsi:type="dcterms:W3CDTF">2006-08-16T00:00:00Z</dcterms:created>
  <dcterms:modified xsi:type="dcterms:W3CDTF">2025-11-19T01:06:27Z</dcterms:modified>
</cp:coreProperties>
</file>